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Roadmap: редизайн платёжного сервиса</a:t>
            </a:r>
          </a:p>
          <a:p>
            <a:r>
              <a:t>Команда Payments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Задачи спринта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Авторизация пользователей</a:t>
            </a:r>
          </a:p>
          <a:p>
            <a:r>
              <a:t>OAuth2 +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0972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 платежей</a:t>
            </a:r>
          </a:p>
          <a:p>
            <a:r>
              <a:t>REST эндпоинты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0972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Уведомления</a:t>
            </a:r>
          </a:p>
          <a:p>
            <a:r>
              <a:t>Email + push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Логирование</a:t>
            </a:r>
          </a:p>
          <a:p>
            <a:r>
              <a:t>Централизованный лог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33832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Ретраи операций</a:t>
            </a:r>
          </a:p>
          <a:p>
            <a:r>
              <a:t>Повтор через очередь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338328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Админ-дашборд</a:t>
            </a:r>
          </a:p>
          <a:p>
            <a:r>
              <a:t>Мониторинг платежей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Таймлайн разработки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Этап 1: MVP</a:t>
            </a:r>
          </a:p>
          <a:p>
            <a:r>
              <a:t>июль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2860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Этап 2: Уведомления</a:t>
            </a:r>
          </a:p>
          <a:p>
            <a:r>
              <a:t>август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2860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Этап 3: Надёжность</a:t>
            </a:r>
          </a:p>
          <a:p>
            <a:r>
              <a:t>сентябрь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2286000"/>
            <a:ext cx="2651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Этап 4: Аналитика</a:t>
            </a:r>
          </a:p>
          <a:p>
            <a:r>
              <a:t>октябрь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
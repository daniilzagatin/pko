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6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7.xml" ContentType="application/vnd.openxmlformats-officedocument.theme+xml"/>
  <Override PartName="/ppt/slideLayouts/slideLayout51.xml" ContentType="application/vnd.openxmlformats-officedocument.presentationml.slideLayout+xml"/>
  <Override PartName="/ppt/theme/theme8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9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heme/theme10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77" r:id="rId2"/>
    <p:sldMasterId id="2147483686" r:id="rId3"/>
    <p:sldMasterId id="2147483690" r:id="rId4"/>
    <p:sldMasterId id="2147483699" r:id="rId5"/>
    <p:sldMasterId id="2147483701" r:id="rId6"/>
    <p:sldMasterId id="2147483726" r:id="rId7"/>
    <p:sldMasterId id="2147483745" r:id="rId8"/>
    <p:sldMasterId id="2147483747" r:id="rId9"/>
  </p:sldMasterIdLst>
  <p:notesMasterIdLst>
    <p:notesMasterId r:id="rId11"/>
  </p:notesMasterIdLst>
  <p:sldIdLst>
    <p:sldId id="67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татистика" id="{76C5CDE5-2C00-464F-826F-932F5B2E7D84}">
          <p14:sldIdLst>
            <p14:sldId id="6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4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3953" userDrawn="1">
          <p15:clr>
            <a:srgbClr val="A4A3A4"/>
          </p15:clr>
        </p15:guide>
        <p15:guide id="4" pos="4702" userDrawn="1">
          <p15:clr>
            <a:srgbClr val="A4A3A4"/>
          </p15:clr>
        </p15:guide>
        <p15:guide id="5" pos="6063" userDrawn="1">
          <p15:clr>
            <a:srgbClr val="A4A3A4"/>
          </p15:clr>
        </p15:guide>
        <p15:guide id="6" pos="6153" userDrawn="1">
          <p15:clr>
            <a:srgbClr val="A4A3A4"/>
          </p15:clr>
        </p15:guide>
        <p15:guide id="7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DEB"/>
    <a:srgbClr val="70EFE5"/>
    <a:srgbClr val="FFE79A"/>
    <a:srgbClr val="7F91FB"/>
    <a:srgbClr val="8EB19D"/>
    <a:srgbClr val="739CFF"/>
    <a:srgbClr val="5BCAC2"/>
    <a:srgbClr val="B3E1C5"/>
    <a:srgbClr val="9B73ED"/>
    <a:srgbClr val="C6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3" autoAdjust="0"/>
    <p:restoredTop sz="88348" autoAdjust="0"/>
  </p:normalViewPr>
  <p:slideViewPr>
    <p:cSldViewPr snapToGrid="0">
      <p:cViewPr varScale="1">
        <p:scale>
          <a:sx n="70" d="100"/>
          <a:sy n="70" d="100"/>
        </p:scale>
        <p:origin x="344" y="64"/>
      </p:cViewPr>
      <p:guideLst>
        <p:guide orient="horz" pos="414"/>
        <p:guide pos="279"/>
        <p:guide pos="3953"/>
        <p:guide pos="4702"/>
        <p:guide pos="6063"/>
        <p:guide pos="6153"/>
        <p:guide pos="751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50541-8B5C-4E30-9AEF-FD13876ACC5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DB984-D5EB-46E5-ACCA-C143EC7609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344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Relationship Id="rId4" Type="http://schemas.microsoft.com/office/2007/relationships/hdphoto" Target="../media/hdphoto8.wdp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Relationship Id="rId4" Type="http://schemas.microsoft.com/office/2007/relationships/hdphoto" Target="../media/hdphoto9.wdp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26.xml"/><Relationship Id="rId7" Type="http://schemas.openxmlformats.org/officeDocument/2006/relationships/image" Target="../media/image28.png"/><Relationship Id="rId12" Type="http://schemas.openxmlformats.org/officeDocument/2006/relationships/image" Target="../media/image27.emf"/><Relationship Id="rId2" Type="http://schemas.openxmlformats.org/officeDocument/2006/relationships/tags" Target="../tags/tag25.xml"/><Relationship Id="rId1" Type="http://schemas.openxmlformats.org/officeDocument/2006/relationships/vmlDrawing" Target="../drawings/vmlDrawing2.vml"/><Relationship Id="rId6" Type="http://schemas.openxmlformats.org/officeDocument/2006/relationships/slideMaster" Target="../slideMasters/slideMaster9.xml"/><Relationship Id="rId11" Type="http://schemas.openxmlformats.org/officeDocument/2006/relationships/oleObject" Target="../embeddings/oleObject2.bin"/><Relationship Id="rId5" Type="http://schemas.openxmlformats.org/officeDocument/2006/relationships/tags" Target="../tags/tag28.xml"/><Relationship Id="rId10" Type="http://schemas.openxmlformats.org/officeDocument/2006/relationships/image" Target="../media/image31.png"/><Relationship Id="rId4" Type="http://schemas.openxmlformats.org/officeDocument/2006/relationships/tags" Target="../tags/tag27.xml"/><Relationship Id="rId9" Type="http://schemas.openxmlformats.org/officeDocument/2006/relationships/image" Target="../media/image30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26.emf"/><Relationship Id="rId2" Type="http://schemas.openxmlformats.org/officeDocument/2006/relationships/tags" Target="../tags/tag29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9.xml"/><Relationship Id="rId4" Type="http://schemas.openxmlformats.org/officeDocument/2006/relationships/tags" Target="../tags/tag3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26.emf"/><Relationship Id="rId2" Type="http://schemas.openxmlformats.org/officeDocument/2006/relationships/tags" Target="../tags/tag3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9.xml"/><Relationship Id="rId4" Type="http://schemas.openxmlformats.org/officeDocument/2006/relationships/tags" Target="../tags/tag3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26.emf"/><Relationship Id="rId2" Type="http://schemas.openxmlformats.org/officeDocument/2006/relationships/tags" Target="../tags/tag3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9.xml"/><Relationship Id="rId4" Type="http://schemas.openxmlformats.org/officeDocument/2006/relationships/tags" Target="../tags/tag3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image" Target="../media/image27.emf"/><Relationship Id="rId2" Type="http://schemas.openxmlformats.org/officeDocument/2006/relationships/tags" Target="../tags/tag38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9.xml"/><Relationship Id="rId4" Type="http://schemas.openxmlformats.org/officeDocument/2006/relationships/tags" Target="../tags/tag40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image" Target="../media/image26.emf"/><Relationship Id="rId2" Type="http://schemas.openxmlformats.org/officeDocument/2006/relationships/tags" Target="../tags/tag41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9.xml"/><Relationship Id="rId4" Type="http://schemas.openxmlformats.org/officeDocument/2006/relationships/tags" Target="../tags/tag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фон__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E812D602-773C-9EB4-2F5E-BEDDA5C4A6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4000" y="144000"/>
            <a:ext cx="7315200" cy="39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58981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Введ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Текст 12">
            <a:extLst>
              <a:ext uri="{FF2B5EF4-FFF2-40B4-BE49-F238E27FC236}">
                <a16:creationId xmlns:a16="http://schemas.microsoft.com/office/drawing/2014/main" id="{DCA08DB4-5A1A-F1D2-BC49-BBC2694674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6118776" cy="369332"/>
          </a:xfrm>
          <a:prstGeom prst="rect">
            <a:avLst/>
          </a:prstGeom>
        </p:spPr>
        <p:txBody>
          <a:bodyPr wrap="square" lIns="0" tIns="0" rIns="72000" bIns="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/>
        </p:nvSpPr>
        <p:spPr>
          <a:xfrm>
            <a:off x="10631640" y="26365"/>
            <a:ext cx="152577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Пилоты в платформе 911</a:t>
            </a:r>
          </a:p>
        </p:txBody>
      </p:sp>
      <p:sp>
        <p:nvSpPr>
          <p:cNvPr id="12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4065FB89-2473-8A14-563E-000D4A71CDD9}"/>
              </a:ext>
            </a:extLst>
          </p:cNvPr>
          <p:cNvSpPr/>
          <p:nvPr/>
        </p:nvSpPr>
        <p:spPr>
          <a:xfrm>
            <a:off x="4964796" y="26365"/>
            <a:ext cx="832523" cy="273890"/>
          </a:xfrm>
          <a:prstGeom prst="roundRect">
            <a:avLst/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900" kern="0" dirty="0">
                <a:solidFill>
                  <a:prstClr val="white"/>
                </a:solidFill>
                <a:latin typeface="SB Sans Display" panose="020B0503040504020204" pitchFamily="34" charset="0"/>
                <a:cs typeface="SB Sans Display" panose="020B0503040504020204" pitchFamily="34" charset="0"/>
                <a:sym typeface="Helvetica Neue Medium"/>
              </a:rPr>
              <a:t>Введение</a:t>
            </a:r>
          </a:p>
        </p:txBody>
      </p:sp>
      <p:sp>
        <p:nvSpPr>
          <p:cNvPr id="13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67CF21B8-1DC9-4B68-641C-7C2740966EB7}"/>
              </a:ext>
            </a:extLst>
          </p:cNvPr>
          <p:cNvSpPr/>
          <p:nvPr/>
        </p:nvSpPr>
        <p:spPr>
          <a:xfrm>
            <a:off x="5868159" y="26365"/>
            <a:ext cx="190612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Платформа сопровождения 911</a:t>
            </a:r>
          </a:p>
        </p:txBody>
      </p:sp>
      <p:sp>
        <p:nvSpPr>
          <p:cNvPr id="14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C91AC4DB-9EFA-CC47-3742-4AC23A71287A}"/>
              </a:ext>
            </a:extLst>
          </p:cNvPr>
          <p:cNvSpPr/>
          <p:nvPr/>
        </p:nvSpPr>
        <p:spPr>
          <a:xfrm>
            <a:off x="7845128" y="26365"/>
            <a:ext cx="921596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Digital Admin</a:t>
            </a:r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alpha val="39780"/>
                </a:prstClr>
              </a:solidFill>
              <a:effectLst/>
              <a:uLnTx/>
              <a:uFillTx/>
              <a:latin typeface="SB Sans Display" panose="020B0503040504020204" pitchFamily="34" charset="0"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10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>
          <a:xfrm>
            <a:off x="8837564" y="26365"/>
            <a:ext cx="1723237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Архитектура платформы 911</a:t>
            </a:r>
          </a:p>
        </p:txBody>
      </p:sp>
    </p:spTree>
    <p:extLst>
      <p:ext uri="{BB962C8B-B14F-4D97-AF65-F5344CB8AC3E}">
        <p14:creationId xmlns:p14="http://schemas.microsoft.com/office/powerpoint/2010/main" val="2107610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911 сегодня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7E6C5FAE-B896-D0EE-D4DE-9FAD3FAD8E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7238712" cy="39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8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 bwMode="auto">
          <a:xfrm>
            <a:off x="10631640" y="26365"/>
            <a:ext cx="152577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Пилоты в платформе 911</a:t>
            </a:r>
          </a:p>
        </p:txBody>
      </p:sp>
      <p:sp>
        <p:nvSpPr>
          <p:cNvPr id="29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4065FB89-2473-8A14-563E-000D4A71CDD9}"/>
              </a:ext>
            </a:extLst>
          </p:cNvPr>
          <p:cNvSpPr/>
          <p:nvPr userDrawn="1"/>
        </p:nvSpPr>
        <p:spPr bwMode="auto">
          <a:xfrm>
            <a:off x="5025819" y="26365"/>
            <a:ext cx="710476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900" b="0" i="0" u="none" strike="noStrike" kern="0" cap="none" spc="0" normalizeH="0" baseline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cs typeface="SB Sans Display" panose="020B0503040504020204" pitchFamily="34" charset="0"/>
                <a:sym typeface="Helvetica Neue Medium"/>
              </a:rPr>
              <a:t>Введение</a:t>
            </a:r>
          </a:p>
        </p:txBody>
      </p:sp>
      <p:sp>
        <p:nvSpPr>
          <p:cNvPr id="30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67CF21B8-1DC9-4B68-641C-7C2740966EB7}"/>
              </a:ext>
            </a:extLst>
          </p:cNvPr>
          <p:cNvSpPr/>
          <p:nvPr userDrawn="1"/>
        </p:nvSpPr>
        <p:spPr bwMode="auto">
          <a:xfrm>
            <a:off x="5822391" y="26365"/>
            <a:ext cx="1906129" cy="273890"/>
          </a:xfrm>
          <a:prstGeom prst="roundRect">
            <a:avLst/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ru-RU" sz="900" kern="0" noProof="0" dirty="0">
                <a:solidFill>
                  <a:prstClr val="white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Платформа сопровождения 911</a:t>
            </a:r>
          </a:p>
        </p:txBody>
      </p:sp>
      <p:sp>
        <p:nvSpPr>
          <p:cNvPr id="31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C91AC4DB-9EFA-CC47-3742-4AC23A71287A}"/>
              </a:ext>
            </a:extLst>
          </p:cNvPr>
          <p:cNvSpPr/>
          <p:nvPr userDrawn="1"/>
        </p:nvSpPr>
        <p:spPr bwMode="auto">
          <a:xfrm>
            <a:off x="7814616" y="26365"/>
            <a:ext cx="921596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Digital Admin</a:t>
            </a:r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alpha val="39780"/>
                </a:prstClr>
              </a:solidFill>
              <a:effectLst/>
              <a:uLnTx/>
              <a:uFillTx/>
              <a:latin typeface="SB Sans Display" panose="020B0503040504020204" pitchFamily="34" charset="0"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32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 bwMode="auto">
          <a:xfrm>
            <a:off x="8822308" y="26365"/>
            <a:ext cx="1723237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Архитектура платформы 911</a:t>
            </a:r>
          </a:p>
        </p:txBody>
      </p:sp>
    </p:spTree>
    <p:extLst>
      <p:ext uri="{BB962C8B-B14F-4D97-AF65-F5344CB8AC3E}">
        <p14:creationId xmlns:p14="http://schemas.microsoft.com/office/powerpoint/2010/main" val="387188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I-аген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88BAD840-CC99-9221-ACF6-434FAF2215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7238712" cy="39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 bwMode="auto">
          <a:xfrm>
            <a:off x="10631640" y="26365"/>
            <a:ext cx="152577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Пилоты в платформе 911</a:t>
            </a:r>
          </a:p>
        </p:txBody>
      </p:sp>
      <p:sp>
        <p:nvSpPr>
          <p:cNvPr id="23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4065FB89-2473-8A14-563E-000D4A71CDD9}"/>
              </a:ext>
            </a:extLst>
          </p:cNvPr>
          <p:cNvSpPr/>
          <p:nvPr userDrawn="1"/>
        </p:nvSpPr>
        <p:spPr bwMode="auto">
          <a:xfrm>
            <a:off x="5025819" y="26365"/>
            <a:ext cx="710476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900" b="0" i="0" u="none" strike="noStrike" kern="0" cap="none" spc="0" normalizeH="0" baseline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cs typeface="SB Sans Display" panose="020B0503040504020204" pitchFamily="34" charset="0"/>
                <a:sym typeface="Helvetica Neue Medium"/>
              </a:rPr>
              <a:t>Введение</a:t>
            </a:r>
          </a:p>
        </p:txBody>
      </p:sp>
      <p:sp>
        <p:nvSpPr>
          <p:cNvPr id="24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67CF21B8-1DC9-4B68-641C-7C2740966EB7}"/>
              </a:ext>
            </a:extLst>
          </p:cNvPr>
          <p:cNvSpPr/>
          <p:nvPr userDrawn="1"/>
        </p:nvSpPr>
        <p:spPr bwMode="auto">
          <a:xfrm>
            <a:off x="5822391" y="26365"/>
            <a:ext cx="190612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Платформа сопровождения 911</a:t>
            </a:r>
          </a:p>
        </p:txBody>
      </p:sp>
      <p:sp>
        <p:nvSpPr>
          <p:cNvPr id="25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C91AC4DB-9EFA-CC47-3742-4AC23A71287A}"/>
              </a:ext>
            </a:extLst>
          </p:cNvPr>
          <p:cNvSpPr/>
          <p:nvPr userDrawn="1"/>
        </p:nvSpPr>
        <p:spPr bwMode="auto">
          <a:xfrm>
            <a:off x="7814616" y="26365"/>
            <a:ext cx="921596" cy="273890"/>
          </a:xfrm>
          <a:prstGeom prst="roundRect">
            <a:avLst/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US" sz="900" kern="0" noProof="0" dirty="0">
                <a:solidFill>
                  <a:prstClr val="white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Digital Admin</a:t>
            </a:r>
            <a:endParaRPr lang="ru-RU" sz="900" kern="0" noProof="0" dirty="0">
              <a:solidFill>
                <a:prstClr val="white"/>
              </a:solidFill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26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 bwMode="auto">
          <a:xfrm>
            <a:off x="8822308" y="26365"/>
            <a:ext cx="1723237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Архитектура платформы 911</a:t>
            </a:r>
          </a:p>
        </p:txBody>
      </p:sp>
    </p:spTree>
    <p:extLst>
      <p:ext uri="{BB962C8B-B14F-4D97-AF65-F5344CB8AC3E}">
        <p14:creationId xmlns:p14="http://schemas.microsoft.com/office/powerpoint/2010/main" val="373541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Архитектур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BFCCBF64-E539-8860-6F6C-342994ECF2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7238712" cy="39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 bwMode="auto">
          <a:xfrm>
            <a:off x="10631640" y="26365"/>
            <a:ext cx="152577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Пилоты в платформе 911</a:t>
            </a:r>
          </a:p>
        </p:txBody>
      </p:sp>
      <p:sp>
        <p:nvSpPr>
          <p:cNvPr id="23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4065FB89-2473-8A14-563E-000D4A71CDD9}"/>
              </a:ext>
            </a:extLst>
          </p:cNvPr>
          <p:cNvSpPr/>
          <p:nvPr userDrawn="1"/>
        </p:nvSpPr>
        <p:spPr bwMode="auto">
          <a:xfrm>
            <a:off x="5025819" y="26365"/>
            <a:ext cx="710476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900" b="0" i="0" u="none" strike="noStrike" kern="0" cap="none" spc="0" normalizeH="0" baseline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cs typeface="SB Sans Display" panose="020B0503040504020204" pitchFamily="34" charset="0"/>
                <a:sym typeface="Helvetica Neue Medium"/>
              </a:rPr>
              <a:t>Введение</a:t>
            </a:r>
          </a:p>
        </p:txBody>
      </p:sp>
      <p:sp>
        <p:nvSpPr>
          <p:cNvPr id="24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67CF21B8-1DC9-4B68-641C-7C2740966EB7}"/>
              </a:ext>
            </a:extLst>
          </p:cNvPr>
          <p:cNvSpPr/>
          <p:nvPr userDrawn="1"/>
        </p:nvSpPr>
        <p:spPr bwMode="auto">
          <a:xfrm>
            <a:off x="5822391" y="26365"/>
            <a:ext cx="190612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Платформа сопровождения 911</a:t>
            </a:r>
          </a:p>
        </p:txBody>
      </p:sp>
      <p:sp>
        <p:nvSpPr>
          <p:cNvPr id="25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C91AC4DB-9EFA-CC47-3742-4AC23A71287A}"/>
              </a:ext>
            </a:extLst>
          </p:cNvPr>
          <p:cNvSpPr/>
          <p:nvPr userDrawn="1"/>
        </p:nvSpPr>
        <p:spPr bwMode="auto">
          <a:xfrm>
            <a:off x="7814616" y="26365"/>
            <a:ext cx="921596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Digital Admin</a:t>
            </a:r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alpha val="39780"/>
                </a:prstClr>
              </a:solidFill>
              <a:effectLst/>
              <a:uLnTx/>
              <a:uFillTx/>
              <a:latin typeface="SB Sans Display" panose="020B0503040504020204" pitchFamily="34" charset="0"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26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 bwMode="auto">
          <a:xfrm>
            <a:off x="8822308" y="26365"/>
            <a:ext cx="1723237" cy="273890"/>
          </a:xfrm>
          <a:prstGeom prst="roundRect">
            <a:avLst/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ru-RU" sz="900" kern="0" noProof="0" dirty="0">
                <a:solidFill>
                  <a:prstClr val="white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Архитектура платформы 911</a:t>
            </a:r>
          </a:p>
        </p:txBody>
      </p:sp>
    </p:spTree>
    <p:extLst>
      <p:ext uri="{BB962C8B-B14F-4D97-AF65-F5344CB8AC3E}">
        <p14:creationId xmlns:p14="http://schemas.microsoft.com/office/powerpoint/2010/main" val="312727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ило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19E4531F-AB62-227D-A610-BD0B79DE9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7238712" cy="39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 bwMode="auto">
          <a:xfrm>
            <a:off x="10631640" y="26365"/>
            <a:ext cx="1525779" cy="273890"/>
          </a:xfrm>
          <a:prstGeom prst="roundRect">
            <a:avLst/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ru-RU" sz="900" kern="0" noProof="0" dirty="0">
                <a:solidFill>
                  <a:prstClr val="white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Пилоты в платформе 911</a:t>
            </a:r>
          </a:p>
        </p:txBody>
      </p:sp>
      <p:sp>
        <p:nvSpPr>
          <p:cNvPr id="17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4065FB89-2473-8A14-563E-000D4A71CDD9}"/>
              </a:ext>
            </a:extLst>
          </p:cNvPr>
          <p:cNvSpPr/>
          <p:nvPr userDrawn="1"/>
        </p:nvSpPr>
        <p:spPr bwMode="auto">
          <a:xfrm>
            <a:off x="5025819" y="26365"/>
            <a:ext cx="710476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900" b="0" i="0" u="none" strike="noStrike" kern="0" cap="none" spc="0" normalizeH="0" baseline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cs typeface="SB Sans Display" panose="020B0503040504020204" pitchFamily="34" charset="0"/>
                <a:sym typeface="Helvetica Neue Medium"/>
              </a:rPr>
              <a:t>Введение</a:t>
            </a:r>
          </a:p>
        </p:txBody>
      </p:sp>
      <p:sp>
        <p:nvSpPr>
          <p:cNvPr id="18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67CF21B8-1DC9-4B68-641C-7C2740966EB7}"/>
              </a:ext>
            </a:extLst>
          </p:cNvPr>
          <p:cNvSpPr/>
          <p:nvPr userDrawn="1"/>
        </p:nvSpPr>
        <p:spPr bwMode="auto">
          <a:xfrm>
            <a:off x="5822391" y="26365"/>
            <a:ext cx="190612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Платформа сопровождения 911</a:t>
            </a:r>
          </a:p>
        </p:txBody>
      </p:sp>
      <p:sp>
        <p:nvSpPr>
          <p:cNvPr id="19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C91AC4DB-9EFA-CC47-3742-4AC23A71287A}"/>
              </a:ext>
            </a:extLst>
          </p:cNvPr>
          <p:cNvSpPr/>
          <p:nvPr userDrawn="1"/>
        </p:nvSpPr>
        <p:spPr bwMode="auto">
          <a:xfrm>
            <a:off x="7814616" y="26365"/>
            <a:ext cx="921596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Digital Admin</a:t>
            </a:r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alpha val="39780"/>
                </a:prstClr>
              </a:solidFill>
              <a:effectLst/>
              <a:uLnTx/>
              <a:uFillTx/>
              <a:latin typeface="SB Sans Display" panose="020B0503040504020204" pitchFamily="34" charset="0"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20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 bwMode="auto">
          <a:xfrm>
            <a:off x="8822308" y="26365"/>
            <a:ext cx="1723237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Архитектура платформы 911</a:t>
            </a:r>
          </a:p>
        </p:txBody>
      </p:sp>
    </p:spTree>
    <p:extLst>
      <p:ext uri="{BB962C8B-B14F-4D97-AF65-F5344CB8AC3E}">
        <p14:creationId xmlns:p14="http://schemas.microsoft.com/office/powerpoint/2010/main" val="193775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фон_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-240405" y="-60370"/>
            <a:ext cx="12539729" cy="705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1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фон__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-63500" y="-39712"/>
            <a:ext cx="12382500" cy="696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75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7C994A-41B7-896A-8105-E5B0BDF9A4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641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userDrawn="1">
  <p:cSld name="1_Только заголовок">
    <p:bg>
      <p:bgPr>
        <a:solidFill>
          <a:srgbClr val="121A2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60000" y="288000"/>
            <a:ext cx="11268000" cy="490904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SB Sans Display Semibold"/>
                <a:cs typeface="SB Sans Display Semibold"/>
              </a:defRPr>
            </a:lvl1pPr>
          </a:lstStyle>
          <a:p>
            <a:pPr>
              <a:defRPr/>
            </a:pPr>
            <a:r>
              <a:rPr lang="ru-RU" dirty="0"/>
              <a:t>Образец заголовка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277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фон__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E812D602-773C-9EB4-2F5E-BEDDA5C4A6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4000" y="144000"/>
            <a:ext cx="7315200" cy="39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884697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Введ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Текст 12">
            <a:extLst>
              <a:ext uri="{FF2B5EF4-FFF2-40B4-BE49-F238E27FC236}">
                <a16:creationId xmlns:a16="http://schemas.microsoft.com/office/drawing/2014/main" id="{DCA08DB4-5A1A-F1D2-BC49-BBC2694674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6118776" cy="369332"/>
          </a:xfrm>
          <a:prstGeom prst="rect">
            <a:avLst/>
          </a:prstGeom>
        </p:spPr>
        <p:txBody>
          <a:bodyPr wrap="square" lIns="0" tIns="0" rIns="72000" bIns="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4065FB89-2473-8A14-563E-000D4A71CDD9}"/>
              </a:ext>
            </a:extLst>
          </p:cNvPr>
          <p:cNvSpPr/>
          <p:nvPr/>
        </p:nvSpPr>
        <p:spPr>
          <a:xfrm>
            <a:off x="4964796" y="26365"/>
            <a:ext cx="832523" cy="273890"/>
          </a:xfrm>
          <a:prstGeom prst="roundRect">
            <a:avLst/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900" kern="0" dirty="0">
                <a:solidFill>
                  <a:prstClr val="white"/>
                </a:solidFill>
                <a:latin typeface="SB Sans Display" panose="020B0503040504020204" pitchFamily="34" charset="0"/>
                <a:cs typeface="SB Sans Display" panose="020B0503040504020204" pitchFamily="34" charset="0"/>
                <a:sym typeface="Helvetica Neue Medium"/>
              </a:rPr>
              <a:t>Введение</a:t>
            </a:r>
          </a:p>
        </p:txBody>
      </p:sp>
      <p:sp>
        <p:nvSpPr>
          <p:cNvPr id="13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67CF21B8-1DC9-4B68-641C-7C2740966EB7}"/>
              </a:ext>
            </a:extLst>
          </p:cNvPr>
          <p:cNvSpPr/>
          <p:nvPr/>
        </p:nvSpPr>
        <p:spPr>
          <a:xfrm>
            <a:off x="5868159" y="26365"/>
            <a:ext cx="190612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Платформа сопровождения 911</a:t>
            </a:r>
          </a:p>
        </p:txBody>
      </p:sp>
      <p:sp>
        <p:nvSpPr>
          <p:cNvPr id="14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C91AC4DB-9EFA-CC47-3742-4AC23A71287A}"/>
              </a:ext>
            </a:extLst>
          </p:cNvPr>
          <p:cNvSpPr/>
          <p:nvPr/>
        </p:nvSpPr>
        <p:spPr>
          <a:xfrm>
            <a:off x="7884715" y="26365"/>
            <a:ext cx="842421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Onboarding</a:t>
            </a:r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alpha val="39780"/>
                </a:prstClr>
              </a:solidFill>
              <a:effectLst/>
              <a:uLnTx/>
              <a:uFillTx/>
              <a:latin typeface="SB Sans Display" panose="020B0503040504020204" pitchFamily="34" charset="0"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10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>
          <a:xfrm>
            <a:off x="8837564" y="26365"/>
            <a:ext cx="1723237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Архитектура платформы 911</a:t>
            </a:r>
          </a:p>
        </p:txBody>
      </p:sp>
    </p:spTree>
    <p:extLst>
      <p:ext uri="{BB962C8B-B14F-4D97-AF65-F5344CB8AC3E}">
        <p14:creationId xmlns:p14="http://schemas.microsoft.com/office/powerpoint/2010/main" val="114647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911 сегодня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7E6C5FAE-B896-D0EE-D4DE-9FAD3FAD8E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7238712" cy="39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9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4065FB89-2473-8A14-563E-000D4A71CDD9}"/>
              </a:ext>
            </a:extLst>
          </p:cNvPr>
          <p:cNvSpPr/>
          <p:nvPr userDrawn="1"/>
        </p:nvSpPr>
        <p:spPr bwMode="auto">
          <a:xfrm>
            <a:off x="5025819" y="26365"/>
            <a:ext cx="710476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900" b="0" i="0" u="none" strike="noStrike" kern="0" cap="none" spc="0" normalizeH="0" baseline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cs typeface="SB Sans Display" panose="020B0503040504020204" pitchFamily="34" charset="0"/>
                <a:sym typeface="Helvetica Neue Medium"/>
              </a:rPr>
              <a:t>Введение</a:t>
            </a:r>
          </a:p>
        </p:txBody>
      </p:sp>
      <p:sp>
        <p:nvSpPr>
          <p:cNvPr id="30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67CF21B8-1DC9-4B68-641C-7C2740966EB7}"/>
              </a:ext>
            </a:extLst>
          </p:cNvPr>
          <p:cNvSpPr/>
          <p:nvPr userDrawn="1"/>
        </p:nvSpPr>
        <p:spPr bwMode="auto">
          <a:xfrm>
            <a:off x="5822391" y="26365"/>
            <a:ext cx="1906129" cy="273890"/>
          </a:xfrm>
          <a:prstGeom prst="roundRect">
            <a:avLst/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ru-RU" sz="900" kern="0" noProof="0" dirty="0">
                <a:solidFill>
                  <a:prstClr val="white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Платформа сопровождения 911</a:t>
            </a:r>
          </a:p>
        </p:txBody>
      </p:sp>
      <p:sp>
        <p:nvSpPr>
          <p:cNvPr id="31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C91AC4DB-9EFA-CC47-3742-4AC23A71287A}"/>
              </a:ext>
            </a:extLst>
          </p:cNvPr>
          <p:cNvSpPr/>
          <p:nvPr userDrawn="1"/>
        </p:nvSpPr>
        <p:spPr bwMode="auto">
          <a:xfrm>
            <a:off x="7869874" y="26365"/>
            <a:ext cx="81107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Onboarding</a:t>
            </a:r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alpha val="39780"/>
                </a:prstClr>
              </a:solidFill>
              <a:effectLst/>
              <a:uLnTx/>
              <a:uFillTx/>
              <a:latin typeface="SB Sans Display" panose="020B0503040504020204" pitchFamily="34" charset="0"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32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 bwMode="auto">
          <a:xfrm>
            <a:off x="8822308" y="26365"/>
            <a:ext cx="1723237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Архитектура платформы 911</a:t>
            </a:r>
          </a:p>
        </p:txBody>
      </p:sp>
    </p:spTree>
    <p:extLst>
      <p:ext uri="{BB962C8B-B14F-4D97-AF65-F5344CB8AC3E}">
        <p14:creationId xmlns:p14="http://schemas.microsoft.com/office/powerpoint/2010/main" val="3243207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I-аген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88BAD840-CC99-9221-ACF6-434FAF2215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7238712" cy="39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4065FB89-2473-8A14-563E-000D4A71CDD9}"/>
              </a:ext>
            </a:extLst>
          </p:cNvPr>
          <p:cNvSpPr/>
          <p:nvPr userDrawn="1"/>
        </p:nvSpPr>
        <p:spPr bwMode="auto">
          <a:xfrm>
            <a:off x="5025819" y="26365"/>
            <a:ext cx="710476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900" b="0" i="0" u="none" strike="noStrike" kern="0" cap="none" spc="0" normalizeH="0" baseline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cs typeface="SB Sans Display" panose="020B0503040504020204" pitchFamily="34" charset="0"/>
                <a:sym typeface="Helvetica Neue Medium"/>
              </a:rPr>
              <a:t>Введение</a:t>
            </a:r>
          </a:p>
        </p:txBody>
      </p:sp>
      <p:sp>
        <p:nvSpPr>
          <p:cNvPr id="24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67CF21B8-1DC9-4B68-641C-7C2740966EB7}"/>
              </a:ext>
            </a:extLst>
          </p:cNvPr>
          <p:cNvSpPr/>
          <p:nvPr userDrawn="1"/>
        </p:nvSpPr>
        <p:spPr bwMode="auto">
          <a:xfrm>
            <a:off x="5822391" y="26365"/>
            <a:ext cx="190612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Платформа сопровождения 911</a:t>
            </a:r>
          </a:p>
        </p:txBody>
      </p:sp>
      <p:sp>
        <p:nvSpPr>
          <p:cNvPr id="25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C91AC4DB-9EFA-CC47-3742-4AC23A71287A}"/>
              </a:ext>
            </a:extLst>
          </p:cNvPr>
          <p:cNvSpPr/>
          <p:nvPr userDrawn="1"/>
        </p:nvSpPr>
        <p:spPr bwMode="auto">
          <a:xfrm>
            <a:off x="7814616" y="26365"/>
            <a:ext cx="921596" cy="273890"/>
          </a:xfrm>
          <a:prstGeom prst="roundRect">
            <a:avLst/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Onboarding</a:t>
            </a:r>
            <a:endParaRPr lang="ru-RU" sz="900" kern="0" noProof="0" dirty="0">
              <a:solidFill>
                <a:schemeClr val="bg1"/>
              </a:solidFill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26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 bwMode="auto">
          <a:xfrm>
            <a:off x="8822308" y="26365"/>
            <a:ext cx="1723237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Архитектура платформы 911</a:t>
            </a:r>
          </a:p>
        </p:txBody>
      </p:sp>
    </p:spTree>
    <p:extLst>
      <p:ext uri="{BB962C8B-B14F-4D97-AF65-F5344CB8AC3E}">
        <p14:creationId xmlns:p14="http://schemas.microsoft.com/office/powerpoint/2010/main" val="2791272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Архитектур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BFCCBF64-E539-8860-6F6C-342994ECF2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7238712" cy="39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4065FB89-2473-8A14-563E-000D4A71CDD9}"/>
              </a:ext>
            </a:extLst>
          </p:cNvPr>
          <p:cNvSpPr/>
          <p:nvPr userDrawn="1"/>
        </p:nvSpPr>
        <p:spPr bwMode="auto">
          <a:xfrm>
            <a:off x="5025819" y="26365"/>
            <a:ext cx="710476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900" b="0" i="0" u="none" strike="noStrike" kern="0" cap="none" spc="0" normalizeH="0" baseline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cs typeface="SB Sans Display" panose="020B0503040504020204" pitchFamily="34" charset="0"/>
                <a:sym typeface="Helvetica Neue Medium"/>
              </a:rPr>
              <a:t>Введение</a:t>
            </a:r>
          </a:p>
        </p:txBody>
      </p:sp>
      <p:sp>
        <p:nvSpPr>
          <p:cNvPr id="24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67CF21B8-1DC9-4B68-641C-7C2740966EB7}"/>
              </a:ext>
            </a:extLst>
          </p:cNvPr>
          <p:cNvSpPr/>
          <p:nvPr userDrawn="1"/>
        </p:nvSpPr>
        <p:spPr bwMode="auto">
          <a:xfrm>
            <a:off x="5822391" y="26365"/>
            <a:ext cx="190612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Платформа сопровождения 911</a:t>
            </a:r>
          </a:p>
        </p:txBody>
      </p:sp>
      <p:sp>
        <p:nvSpPr>
          <p:cNvPr id="25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C91AC4DB-9EFA-CC47-3742-4AC23A71287A}"/>
              </a:ext>
            </a:extLst>
          </p:cNvPr>
          <p:cNvSpPr/>
          <p:nvPr userDrawn="1"/>
        </p:nvSpPr>
        <p:spPr bwMode="auto">
          <a:xfrm>
            <a:off x="7869874" y="26365"/>
            <a:ext cx="81107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Onboarding</a:t>
            </a:r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alpha val="39780"/>
                </a:prstClr>
              </a:solidFill>
              <a:effectLst/>
              <a:uLnTx/>
              <a:uFillTx/>
              <a:latin typeface="SB Sans Display" panose="020B0503040504020204" pitchFamily="34" charset="0"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26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 bwMode="auto">
          <a:xfrm>
            <a:off x="8822308" y="26365"/>
            <a:ext cx="1723237" cy="273890"/>
          </a:xfrm>
          <a:prstGeom prst="roundRect">
            <a:avLst/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ru-RU" sz="900" kern="0" noProof="0" dirty="0">
                <a:solidFill>
                  <a:prstClr val="white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Архитектура платформы 911</a:t>
            </a:r>
          </a:p>
        </p:txBody>
      </p:sp>
    </p:spTree>
    <p:extLst>
      <p:ext uri="{BB962C8B-B14F-4D97-AF65-F5344CB8AC3E}">
        <p14:creationId xmlns:p14="http://schemas.microsoft.com/office/powerpoint/2010/main" val="3469688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ило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19E4531F-AB62-227D-A610-BD0B79DE9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7238712" cy="39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4065FB89-2473-8A14-563E-000D4A71CDD9}"/>
              </a:ext>
            </a:extLst>
          </p:cNvPr>
          <p:cNvSpPr/>
          <p:nvPr userDrawn="1"/>
        </p:nvSpPr>
        <p:spPr bwMode="auto">
          <a:xfrm>
            <a:off x="5025819" y="26365"/>
            <a:ext cx="710476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900" b="0" i="0" u="none" strike="noStrike" kern="0" cap="none" spc="0" normalizeH="0" baseline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cs typeface="SB Sans Display" panose="020B0503040504020204" pitchFamily="34" charset="0"/>
                <a:sym typeface="Helvetica Neue Medium"/>
              </a:rPr>
              <a:t>Введение</a:t>
            </a:r>
          </a:p>
        </p:txBody>
      </p:sp>
      <p:sp>
        <p:nvSpPr>
          <p:cNvPr id="18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67CF21B8-1DC9-4B68-641C-7C2740966EB7}"/>
              </a:ext>
            </a:extLst>
          </p:cNvPr>
          <p:cNvSpPr/>
          <p:nvPr userDrawn="1"/>
        </p:nvSpPr>
        <p:spPr bwMode="auto">
          <a:xfrm>
            <a:off x="5822391" y="26365"/>
            <a:ext cx="190612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Платформа сопровождения 911</a:t>
            </a:r>
          </a:p>
        </p:txBody>
      </p:sp>
      <p:sp>
        <p:nvSpPr>
          <p:cNvPr id="19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C91AC4DB-9EFA-CC47-3742-4AC23A71287A}"/>
              </a:ext>
            </a:extLst>
          </p:cNvPr>
          <p:cNvSpPr/>
          <p:nvPr userDrawn="1"/>
        </p:nvSpPr>
        <p:spPr bwMode="auto">
          <a:xfrm>
            <a:off x="7869874" y="26365"/>
            <a:ext cx="811079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Onboarding</a:t>
            </a:r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alpha val="39780"/>
                </a:prstClr>
              </a:solidFill>
              <a:effectLst/>
              <a:uLnTx/>
              <a:uFillTx/>
              <a:latin typeface="SB Sans Display" panose="020B0503040504020204" pitchFamily="34" charset="0"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20" name="Скругленный прямоугольник 22">
            <a:hlinkClick r:id="" action="ppaction://noaction"/>
            <a:extLst>
              <a:ext uri="{FF2B5EF4-FFF2-40B4-BE49-F238E27FC236}">
                <a16:creationId xmlns:a16="http://schemas.microsoft.com/office/drawing/2014/main" id="{7F4E34DE-D894-8457-CBA6-1083B5FCBB9E}"/>
              </a:ext>
            </a:extLst>
          </p:cNvPr>
          <p:cNvSpPr/>
          <p:nvPr userDrawn="1"/>
        </p:nvSpPr>
        <p:spPr bwMode="auto">
          <a:xfrm>
            <a:off x="8822308" y="26365"/>
            <a:ext cx="1723237" cy="273890"/>
          </a:xfrm>
          <a:prstGeom prst="roundRect">
            <a:avLst/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alpha val="39780"/>
                  </a:prstClr>
                </a:solidFill>
                <a:effectLst/>
                <a:uLnTx/>
                <a:uFillTx/>
                <a:latin typeface="SB Sans Display" panose="020B0503040504020204" pitchFamily="34" charset="0"/>
                <a:ea typeface="+mn-ea"/>
                <a:cs typeface="SB Sans Display" panose="020B0503040504020204" pitchFamily="34" charset="0"/>
              </a:rPr>
              <a:t>Архитектура платформы 911</a:t>
            </a:r>
          </a:p>
        </p:txBody>
      </p:sp>
    </p:spTree>
    <p:extLst>
      <p:ext uri="{BB962C8B-B14F-4D97-AF65-F5344CB8AC3E}">
        <p14:creationId xmlns:p14="http://schemas.microsoft.com/office/powerpoint/2010/main" val="39750605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фон_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-240405" y="-60370"/>
            <a:ext cx="12539729" cy="705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1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фон__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-63500" y="-39712"/>
            <a:ext cx="12382500" cy="696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127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049E65-7470-45CF-A767-338558D0B4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400" y="-25400"/>
            <a:ext cx="1239520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88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FE7CAC-53CA-7204-5FB9-E9A69E4616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6200" y="-85725"/>
            <a:ext cx="12525022" cy="704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4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3C7192-9FB1-6060-BDA3-C6C17723B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1600" y="-101601"/>
            <a:ext cx="12433300" cy="699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09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C9E04A-76AB-F8AC-73E6-B5D25D2A56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401" y="-25400"/>
            <a:ext cx="12282311" cy="69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054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4861EC-9A4A-558A-E30C-D4486913E8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2890" y="-127001"/>
            <a:ext cx="12533489" cy="705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21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7C994A-41B7-896A-8105-E5B0BDF9A4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3500" y="-39712"/>
            <a:ext cx="12382500" cy="696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004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8B7479-BEEB-92A0-2D09-6906034BD6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4613" y="-74859"/>
            <a:ext cx="12519695" cy="704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9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D01C53-8D91-9492-7CF0-C0D6C80E5C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63"/>
                    </a14:imgEffect>
                    <a14:imgEffect>
                      <a14:saturation sat="1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83167" y="-103031"/>
            <a:ext cx="12546885" cy="705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77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96FF25-63CB-7209-9B07-3DD79B431C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67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3031" y="-57955"/>
            <a:ext cx="12389476" cy="69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739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1F7BBB-263C-6BA2-6174-BCDA8F159D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95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57577" y="-144886"/>
            <a:ext cx="12544021" cy="705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157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2E280C5-9683-E4EF-59D1-B2B64E382C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16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699" b="1699"/>
          <a:stretch/>
        </p:blipFill>
        <p:spPr>
          <a:xfrm>
            <a:off x="-192378" y="-128789"/>
            <a:ext cx="12470664" cy="709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6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6F7CDB-3B22-5A6F-A571-54F06C8C69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89" t="2339"/>
          <a:stretch/>
        </p:blipFill>
        <p:spPr>
          <a:xfrm>
            <a:off x="-194613" y="-103031"/>
            <a:ext cx="12569779" cy="707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171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355CC3-975C-1E92-533D-579F39BE35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89" t="2339"/>
          <a:stretch/>
        </p:blipFill>
        <p:spPr>
          <a:xfrm flipV="1">
            <a:off x="-90153" y="-53126"/>
            <a:ext cx="12376597" cy="696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917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9B1664-9B40-40D2-9C62-E929AD95A0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33"/>
                    </a14:imgEffect>
                  </a14:imgLayer>
                </a14:imgProps>
              </a:ext>
            </a:extLst>
          </a:blip>
          <a:srcRect b="1691"/>
          <a:stretch/>
        </p:blipFill>
        <p:spPr>
          <a:xfrm>
            <a:off x="-90152" y="-50644"/>
            <a:ext cx="12389476" cy="695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97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D05004-2B59-F474-96E0-3B0A376B2D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1720" y="-118325"/>
            <a:ext cx="12574075" cy="707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147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7C25FB-6590-D4CF-8E31-280B9E7B49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57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66055" y="-81280"/>
            <a:ext cx="12502553" cy="703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99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056ADC3-7E69-6752-3D8E-0DF8561757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0152" y="-74859"/>
            <a:ext cx="12415234" cy="698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51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7C994A-41B7-896A-8105-E5B0BDF9A4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3500" y="-39712"/>
            <a:ext cx="12382500" cy="696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85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DB59FF-AFCA-3FF3-01E6-FEEE98ED49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8A1B3F-9FF5-FE35-0A62-61FEBE5C7D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18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4613" y="-74859"/>
            <a:ext cx="12519695" cy="704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681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фон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DB59FF-AFCA-3FF3-01E6-FEEE98ED49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59F7EB-2B95-43D9-6676-D6E1D730B3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74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40405" y="-60370"/>
            <a:ext cx="12539729" cy="705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1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фон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6FC387-29AF-38C7-9664-331B6C72DD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7341" y="-25758"/>
            <a:ext cx="12375166" cy="696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55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фон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476914-4CCF-A8E3-DA85-197E5F7C85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5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3014" y="-103031"/>
            <a:ext cx="12535436" cy="705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68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фон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F17C25-9793-C064-6568-21402FBEAB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2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-286197" y="-60370"/>
            <a:ext cx="12585521" cy="707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96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78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титул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60B1D84-46C3-DDB2-E5C8-8665E69A85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4863" y="-42110"/>
            <a:ext cx="12341726" cy="694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48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фон__5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Текст 12"/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7315200" cy="39600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/>
                <a:cs typeface="SB Sans Display Semibold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768884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Введ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Текст 12"/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6118776" cy="369332"/>
          </a:xfrm>
          <a:prstGeom prst="rect">
            <a:avLst/>
          </a:prstGeom>
        </p:spPr>
        <p:txBody>
          <a:bodyPr wrap="square" lIns="36000" tIns="36000" rIns="72000" bIns="3600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/>
                <a:cs typeface="SB Sans Display Semibold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Скругленный прямоугольник 22"/>
          <p:cNvSpPr/>
          <p:nvPr/>
        </p:nvSpPr>
        <p:spPr bwMode="auto">
          <a:xfrm>
            <a:off x="10631640" y="26365"/>
            <a:ext cx="1525779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Пилоты в платформе 911</a:t>
            </a:r>
            <a:endParaRPr/>
          </a:p>
        </p:txBody>
      </p:sp>
      <p:sp>
        <p:nvSpPr>
          <p:cNvPr id="12" name="Скругленный прямоугольник 22"/>
          <p:cNvSpPr/>
          <p:nvPr/>
        </p:nvSpPr>
        <p:spPr bwMode="auto">
          <a:xfrm>
            <a:off x="4964796" y="26365"/>
            <a:ext cx="832523" cy="27389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ru-RU" sz="900">
                <a:solidFill>
                  <a:prstClr val="white"/>
                </a:solidFill>
                <a:latin typeface="SB Sans Display"/>
                <a:cs typeface="SB Sans Display"/>
              </a:rPr>
              <a:t>Введение</a:t>
            </a:r>
            <a:endParaRPr/>
          </a:p>
        </p:txBody>
      </p:sp>
      <p:sp>
        <p:nvSpPr>
          <p:cNvPr id="13" name="Скругленный прямоугольник 22"/>
          <p:cNvSpPr/>
          <p:nvPr/>
        </p:nvSpPr>
        <p:spPr bwMode="auto">
          <a:xfrm>
            <a:off x="5868159" y="26365"/>
            <a:ext cx="1906128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Платформа сопровождения 911</a:t>
            </a:r>
            <a:endParaRPr/>
          </a:p>
        </p:txBody>
      </p:sp>
      <p:sp>
        <p:nvSpPr>
          <p:cNvPr id="14" name="Скругленный прямоугольник 22"/>
          <p:cNvSpPr/>
          <p:nvPr/>
        </p:nvSpPr>
        <p:spPr bwMode="auto">
          <a:xfrm>
            <a:off x="7845128" y="26365"/>
            <a:ext cx="921596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Digital Admin</a:t>
            </a:r>
            <a:endParaRPr lang="ru-RU" sz="900" b="0" i="0" u="none" strike="noStrike" cap="none" spc="0">
              <a:ln>
                <a:noFill/>
              </a:ln>
              <a:solidFill>
                <a:prstClr val="white">
                  <a:alpha val="39780"/>
                </a:prstClr>
              </a:solidFill>
              <a:latin typeface="SB Sans Display"/>
              <a:ea typeface="+mn-ea"/>
              <a:cs typeface="SB Sans Display"/>
            </a:endParaRPr>
          </a:p>
        </p:txBody>
      </p:sp>
      <p:sp>
        <p:nvSpPr>
          <p:cNvPr id="10" name="Скругленный прямоугольник 22"/>
          <p:cNvSpPr/>
          <p:nvPr userDrawn="1"/>
        </p:nvSpPr>
        <p:spPr bwMode="auto">
          <a:xfrm>
            <a:off x="8837564" y="26365"/>
            <a:ext cx="1723237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Архитектура платформы 911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05338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911 сегодня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12"/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7238712" cy="39600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/>
                <a:cs typeface="SB Sans Display Semibold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8" name="Скругленный прямоугольник 22"/>
          <p:cNvSpPr/>
          <p:nvPr userDrawn="1"/>
        </p:nvSpPr>
        <p:spPr bwMode="auto">
          <a:xfrm>
            <a:off x="10631640" y="26365"/>
            <a:ext cx="1525779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Пилоты в платформе 911</a:t>
            </a:r>
            <a:endParaRPr/>
          </a:p>
        </p:txBody>
      </p:sp>
      <p:sp>
        <p:nvSpPr>
          <p:cNvPr id="29" name="Скругленный прямоугольник 22"/>
          <p:cNvSpPr/>
          <p:nvPr userDrawn="1"/>
        </p:nvSpPr>
        <p:spPr bwMode="auto">
          <a:xfrm>
            <a:off x="5025819" y="26365"/>
            <a:ext cx="710476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cs typeface="SB Sans Display"/>
              </a:rPr>
              <a:t>Введение</a:t>
            </a:r>
            <a:endParaRPr/>
          </a:p>
        </p:txBody>
      </p:sp>
      <p:sp>
        <p:nvSpPr>
          <p:cNvPr id="30" name="Скругленный прямоугольник 22"/>
          <p:cNvSpPr/>
          <p:nvPr userDrawn="1"/>
        </p:nvSpPr>
        <p:spPr bwMode="auto">
          <a:xfrm>
            <a:off x="5868159" y="26365"/>
            <a:ext cx="1906128" cy="27389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ru-RU" sz="900">
                <a:solidFill>
                  <a:prstClr val="white"/>
                </a:solidFill>
                <a:latin typeface="SB Sans Display"/>
                <a:cs typeface="SB Sans Display"/>
              </a:rPr>
              <a:t>Платформа сопровождения 911</a:t>
            </a:r>
            <a:endParaRPr/>
          </a:p>
        </p:txBody>
      </p:sp>
      <p:sp>
        <p:nvSpPr>
          <p:cNvPr id="31" name="Скругленный прямоугольник 22"/>
          <p:cNvSpPr/>
          <p:nvPr userDrawn="1"/>
        </p:nvSpPr>
        <p:spPr bwMode="auto">
          <a:xfrm>
            <a:off x="7845128" y="26365"/>
            <a:ext cx="921596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Digital Admin</a:t>
            </a:r>
            <a:endParaRPr lang="ru-RU" sz="900" b="0" i="0" u="none" strike="noStrike" cap="none" spc="0">
              <a:ln>
                <a:noFill/>
              </a:ln>
              <a:solidFill>
                <a:prstClr val="white">
                  <a:alpha val="39780"/>
                </a:prstClr>
              </a:solidFill>
              <a:latin typeface="SB Sans Display"/>
              <a:ea typeface="+mn-ea"/>
              <a:cs typeface="SB Sans Display"/>
            </a:endParaRPr>
          </a:p>
        </p:txBody>
      </p:sp>
      <p:sp>
        <p:nvSpPr>
          <p:cNvPr id="32" name="Скругленный прямоугольник 22"/>
          <p:cNvSpPr/>
          <p:nvPr userDrawn="1"/>
        </p:nvSpPr>
        <p:spPr bwMode="auto">
          <a:xfrm>
            <a:off x="8837564" y="26365"/>
            <a:ext cx="1723237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Архитектура платформы 911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28582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I-аген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12"/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7238712" cy="39600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/>
                <a:cs typeface="SB Sans Display Semibold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2" name="Скругленный прямоугольник 22"/>
          <p:cNvSpPr/>
          <p:nvPr userDrawn="1"/>
        </p:nvSpPr>
        <p:spPr bwMode="auto">
          <a:xfrm>
            <a:off x="10631640" y="26365"/>
            <a:ext cx="1525779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Пилоты в платформе 911</a:t>
            </a:r>
            <a:endParaRPr/>
          </a:p>
        </p:txBody>
      </p:sp>
      <p:sp>
        <p:nvSpPr>
          <p:cNvPr id="23" name="Скругленный прямоугольник 22"/>
          <p:cNvSpPr/>
          <p:nvPr userDrawn="1"/>
        </p:nvSpPr>
        <p:spPr bwMode="auto">
          <a:xfrm>
            <a:off x="5025819" y="26365"/>
            <a:ext cx="710476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cs typeface="SB Sans Display"/>
              </a:rPr>
              <a:t>Введение</a:t>
            </a:r>
            <a:endParaRPr/>
          </a:p>
        </p:txBody>
      </p:sp>
      <p:sp>
        <p:nvSpPr>
          <p:cNvPr id="24" name="Скругленный прямоугольник 22"/>
          <p:cNvSpPr/>
          <p:nvPr userDrawn="1"/>
        </p:nvSpPr>
        <p:spPr bwMode="auto">
          <a:xfrm>
            <a:off x="5868159" y="26365"/>
            <a:ext cx="1906128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Платформа сопровождения 911</a:t>
            </a:r>
            <a:endParaRPr/>
          </a:p>
        </p:txBody>
      </p:sp>
      <p:sp>
        <p:nvSpPr>
          <p:cNvPr id="25" name="Скругленный прямоугольник 22"/>
          <p:cNvSpPr/>
          <p:nvPr userDrawn="1"/>
        </p:nvSpPr>
        <p:spPr bwMode="auto">
          <a:xfrm>
            <a:off x="7845128" y="26365"/>
            <a:ext cx="921596" cy="27389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en-US" sz="900">
                <a:solidFill>
                  <a:prstClr val="white"/>
                </a:solidFill>
                <a:latin typeface="SB Sans Display"/>
                <a:cs typeface="SB Sans Display"/>
              </a:rPr>
              <a:t>Digital Admin</a:t>
            </a:r>
            <a:endParaRPr lang="ru-RU" sz="900">
              <a:solidFill>
                <a:prstClr val="white"/>
              </a:solidFill>
              <a:latin typeface="SB Sans Display"/>
              <a:cs typeface="SB Sans Display"/>
            </a:endParaRPr>
          </a:p>
        </p:txBody>
      </p:sp>
      <p:sp>
        <p:nvSpPr>
          <p:cNvPr id="26" name="Скругленный прямоугольник 22"/>
          <p:cNvSpPr/>
          <p:nvPr userDrawn="1"/>
        </p:nvSpPr>
        <p:spPr bwMode="auto">
          <a:xfrm>
            <a:off x="8837564" y="26365"/>
            <a:ext cx="1723237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Архитектура платформы 911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37826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Архитектур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12"/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7238712" cy="39600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/>
                <a:cs typeface="SB Sans Display Semibold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2" name="Скругленный прямоугольник 22"/>
          <p:cNvSpPr/>
          <p:nvPr userDrawn="1"/>
        </p:nvSpPr>
        <p:spPr bwMode="auto">
          <a:xfrm>
            <a:off x="10631640" y="26365"/>
            <a:ext cx="1525779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Пилоты в платформе 911</a:t>
            </a:r>
            <a:endParaRPr/>
          </a:p>
        </p:txBody>
      </p:sp>
      <p:sp>
        <p:nvSpPr>
          <p:cNvPr id="23" name="Скругленный прямоугольник 22"/>
          <p:cNvSpPr/>
          <p:nvPr userDrawn="1"/>
        </p:nvSpPr>
        <p:spPr bwMode="auto">
          <a:xfrm>
            <a:off x="5025819" y="26365"/>
            <a:ext cx="710476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cs typeface="SB Sans Display"/>
              </a:rPr>
              <a:t>Введение</a:t>
            </a:r>
            <a:endParaRPr/>
          </a:p>
        </p:txBody>
      </p:sp>
      <p:sp>
        <p:nvSpPr>
          <p:cNvPr id="24" name="Скругленный прямоугольник 22"/>
          <p:cNvSpPr/>
          <p:nvPr userDrawn="1"/>
        </p:nvSpPr>
        <p:spPr bwMode="auto">
          <a:xfrm>
            <a:off x="5868159" y="26365"/>
            <a:ext cx="1906128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Платформа сопровождения 911</a:t>
            </a:r>
            <a:endParaRPr/>
          </a:p>
        </p:txBody>
      </p:sp>
      <p:sp>
        <p:nvSpPr>
          <p:cNvPr id="25" name="Скругленный прямоугольник 22"/>
          <p:cNvSpPr/>
          <p:nvPr userDrawn="1"/>
        </p:nvSpPr>
        <p:spPr bwMode="auto">
          <a:xfrm>
            <a:off x="7845128" y="26365"/>
            <a:ext cx="921596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Digital Admin</a:t>
            </a:r>
            <a:endParaRPr lang="ru-RU" sz="900" b="0" i="0" u="none" strike="noStrike" cap="none" spc="0">
              <a:ln>
                <a:noFill/>
              </a:ln>
              <a:solidFill>
                <a:prstClr val="white">
                  <a:alpha val="39780"/>
                </a:prstClr>
              </a:solidFill>
              <a:latin typeface="SB Sans Display"/>
              <a:ea typeface="+mn-ea"/>
              <a:cs typeface="SB Sans Display"/>
            </a:endParaRPr>
          </a:p>
        </p:txBody>
      </p:sp>
      <p:sp>
        <p:nvSpPr>
          <p:cNvPr id="26" name="Скругленный прямоугольник 22"/>
          <p:cNvSpPr/>
          <p:nvPr userDrawn="1"/>
        </p:nvSpPr>
        <p:spPr bwMode="auto">
          <a:xfrm>
            <a:off x="8837564" y="26365"/>
            <a:ext cx="1723237" cy="27389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ru-RU" sz="900">
                <a:solidFill>
                  <a:prstClr val="white"/>
                </a:solidFill>
                <a:latin typeface="SB Sans Display"/>
                <a:cs typeface="SB Sans Display"/>
              </a:rPr>
              <a:t>Архитектура платформы 911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966757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ило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12"/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7238712" cy="39600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/>
                <a:cs typeface="SB Sans Display Semibold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/>
                <a:cs typeface="SB Sans Display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" name="Скругленный прямоугольник 22"/>
          <p:cNvSpPr/>
          <p:nvPr userDrawn="1"/>
        </p:nvSpPr>
        <p:spPr bwMode="auto">
          <a:xfrm>
            <a:off x="10631640" y="26365"/>
            <a:ext cx="1525779" cy="27389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B5DF">
                  <a:alpha val="15000"/>
                </a:srgbClr>
              </a:gs>
              <a:gs pos="51000">
                <a:srgbClr val="01B5DF">
                  <a:alpha val="30188"/>
                </a:srgbClr>
              </a:gs>
              <a:gs pos="100000">
                <a:srgbClr val="01B5DF">
                  <a:lumMod val="95000"/>
                  <a:lumOff val="5000"/>
                  <a:alpha val="0"/>
                </a:srgbClr>
              </a:gs>
            </a:gsLst>
            <a:lin ang="3600000" scaled="0"/>
          </a:gradFill>
          <a:ln w="12700">
            <a:gradFill>
              <a:gsLst>
                <a:gs pos="0">
                  <a:schemeClr val="accent1">
                    <a:lumMod val="5000"/>
                    <a:lumOff val="95000"/>
                    <a:alpha val="19751"/>
                  </a:schemeClr>
                </a:gs>
                <a:gs pos="74000">
                  <a:srgbClr val="01B5DF">
                    <a:alpha val="78929"/>
                  </a:srgbClr>
                </a:gs>
                <a:gs pos="83000">
                  <a:srgbClr val="01B5DF">
                    <a:alpha val="59919"/>
                  </a:srgbClr>
                </a:gs>
                <a:gs pos="100000">
                  <a:srgbClr val="BAFFFB">
                    <a:alpha val="45000"/>
                  </a:srgb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36000" rtlCol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ru-RU" sz="900">
                <a:solidFill>
                  <a:prstClr val="white"/>
                </a:solidFill>
                <a:latin typeface="SB Sans Display"/>
                <a:cs typeface="SB Sans Display"/>
              </a:rPr>
              <a:t>Пилоты в платформе 911</a:t>
            </a:r>
            <a:endParaRPr/>
          </a:p>
        </p:txBody>
      </p:sp>
      <p:sp>
        <p:nvSpPr>
          <p:cNvPr id="17" name="Скругленный прямоугольник 22"/>
          <p:cNvSpPr/>
          <p:nvPr userDrawn="1"/>
        </p:nvSpPr>
        <p:spPr bwMode="auto">
          <a:xfrm>
            <a:off x="5025819" y="26365"/>
            <a:ext cx="710476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cs typeface="SB Sans Display"/>
              </a:rPr>
              <a:t>Введение</a:t>
            </a:r>
            <a:endParaRPr/>
          </a:p>
        </p:txBody>
      </p:sp>
      <p:sp>
        <p:nvSpPr>
          <p:cNvPr id="18" name="Скругленный прямоугольник 22"/>
          <p:cNvSpPr/>
          <p:nvPr userDrawn="1"/>
        </p:nvSpPr>
        <p:spPr bwMode="auto">
          <a:xfrm>
            <a:off x="5868159" y="26365"/>
            <a:ext cx="1906128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Платформа сопровождения 911</a:t>
            </a:r>
            <a:endParaRPr/>
          </a:p>
        </p:txBody>
      </p:sp>
      <p:sp>
        <p:nvSpPr>
          <p:cNvPr id="19" name="Скругленный прямоугольник 22"/>
          <p:cNvSpPr/>
          <p:nvPr userDrawn="1"/>
        </p:nvSpPr>
        <p:spPr bwMode="auto">
          <a:xfrm>
            <a:off x="7845128" y="26365"/>
            <a:ext cx="921596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Digital Admin</a:t>
            </a:r>
            <a:endParaRPr lang="ru-RU" sz="900" b="0" i="0" u="none" strike="noStrike" cap="none" spc="0">
              <a:ln>
                <a:noFill/>
              </a:ln>
              <a:solidFill>
                <a:prstClr val="white">
                  <a:alpha val="39780"/>
                </a:prstClr>
              </a:solidFill>
              <a:latin typeface="SB Sans Display"/>
              <a:ea typeface="+mn-ea"/>
              <a:cs typeface="SB Sans Display"/>
            </a:endParaRPr>
          </a:p>
        </p:txBody>
      </p:sp>
      <p:sp>
        <p:nvSpPr>
          <p:cNvPr id="20" name="Скругленный прямоугольник 22"/>
          <p:cNvSpPr/>
          <p:nvPr userDrawn="1"/>
        </p:nvSpPr>
        <p:spPr bwMode="auto">
          <a:xfrm>
            <a:off x="8837564" y="26365"/>
            <a:ext cx="1723237" cy="273890"/>
          </a:xfrm>
          <a:prstGeom prst="roundRect">
            <a:avLst>
              <a:gd name="adj" fmla="val 16667"/>
            </a:avLst>
          </a:prstGeom>
          <a:noFill/>
          <a:ln w="6350" cap="flat" cmpd="sng" algn="ctr">
            <a:solidFill>
              <a:sysClr val="window" lastClr="FFFFFF">
                <a:alpha val="40000"/>
              </a:sysClr>
            </a:solidFill>
            <a:prstDash val="solid"/>
            <a:miter lim="800000"/>
          </a:ln>
          <a:effectLst/>
        </p:spPr>
        <p:txBody>
          <a:bodyPr wrap="none" lIns="72000" tIns="72000" rIns="72000" bIns="3600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prstClr val="white">
                    <a:alpha val="39780"/>
                  </a:prstClr>
                </a:solidFill>
                <a:latin typeface="SB Sans Display"/>
                <a:ea typeface="+mn-ea"/>
                <a:cs typeface="SB Sans Display"/>
              </a:rPr>
              <a:t>Архитектура платформы 911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060777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фон_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-240405" y="-60370"/>
            <a:ext cx="12539729" cy="705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9566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фон__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-63500" y="-39712"/>
            <a:ext cx="12382500" cy="696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55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Введ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Текст 12">
            <a:extLst>
              <a:ext uri="{FF2B5EF4-FFF2-40B4-BE49-F238E27FC236}">
                <a16:creationId xmlns:a16="http://schemas.microsoft.com/office/drawing/2014/main" id="{DCA08DB4-5A1A-F1D2-BC49-BBC2694674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44000" y="144000"/>
            <a:ext cx="6118776" cy="369332"/>
          </a:xfrm>
          <a:prstGeom prst="rect">
            <a:avLst/>
          </a:prstGeom>
        </p:spPr>
        <p:txBody>
          <a:bodyPr wrap="square" lIns="0" tIns="0" rIns="72000" bIns="0">
            <a:sp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053109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3BEE740F-8B0C-F398-FCCA-18A936043E97}"/>
              </a:ext>
            </a:extLst>
          </p:cNvPr>
          <p:cNvGrpSpPr/>
          <p:nvPr userDrawn="1"/>
        </p:nvGrpSpPr>
        <p:grpSpPr>
          <a:xfrm>
            <a:off x="4115672" y="-2783284"/>
            <a:ext cx="9500456" cy="9105659"/>
            <a:chOff x="-4483524" y="-1750186"/>
            <a:chExt cx="9500456" cy="9105659"/>
          </a:xfrm>
        </p:grpSpPr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95ABAA82-1925-7B22-5198-7A3E68A1D24C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4483524" y="-1750186"/>
              <a:ext cx="9500456" cy="9105659"/>
            </a:xfrm>
            <a:prstGeom prst="rect">
              <a:avLst/>
            </a:prstGeom>
          </p:spPr>
        </p:pic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16D4AAB2-5612-C221-A285-C577792758CA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4483524" y="-1750186"/>
              <a:ext cx="9500456" cy="9105659"/>
            </a:xfrm>
            <a:prstGeom prst="rect">
              <a:avLst/>
            </a:prstGeom>
          </p:spPr>
        </p:pic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DEF00C8D-7F63-A09A-D738-9C8782B960D2}"/>
              </a:ext>
            </a:extLst>
          </p:cNvPr>
          <p:cNvGrpSpPr/>
          <p:nvPr userDrawn="1"/>
        </p:nvGrpSpPr>
        <p:grpSpPr>
          <a:xfrm>
            <a:off x="3538500" y="78344"/>
            <a:ext cx="13503730" cy="10909770"/>
            <a:chOff x="5546270" y="1542345"/>
            <a:chExt cx="13503730" cy="10909770"/>
          </a:xfrm>
        </p:grpSpPr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745664B0-BD69-A579-0BD8-F37CBC91E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46270" y="1542345"/>
              <a:ext cx="13503730" cy="10909770"/>
            </a:xfrm>
            <a:prstGeom prst="rect">
              <a:avLst/>
            </a:prstGeom>
          </p:spPr>
        </p:pic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94D93D3D-37F0-85F8-FB42-A95BD59E7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46270" y="1542345"/>
              <a:ext cx="13503730" cy="10909770"/>
            </a:xfrm>
            <a:prstGeom prst="rect">
              <a:avLst/>
            </a:prstGeom>
          </p:spPr>
        </p:pic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FC041CE7-499B-A63B-45E3-1DEE92BD0E3F}"/>
              </a:ext>
            </a:extLst>
          </p:cNvPr>
          <p:cNvGrpSpPr/>
          <p:nvPr userDrawn="1"/>
        </p:nvGrpSpPr>
        <p:grpSpPr>
          <a:xfrm>
            <a:off x="7183514" y="-1599910"/>
            <a:ext cx="9416900" cy="9020770"/>
            <a:chOff x="8092077" y="248345"/>
            <a:chExt cx="9416900" cy="9020770"/>
          </a:xfrm>
        </p:grpSpPr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706AF2FB-F003-6183-1FAA-4250BA8FD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92077" y="248345"/>
              <a:ext cx="9416900" cy="9020770"/>
            </a:xfrm>
            <a:prstGeom prst="rect">
              <a:avLst/>
            </a:prstGeom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2ABF72C8-EC73-F207-A0E8-9342F2FA7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92077" y="248345"/>
              <a:ext cx="9416900" cy="9020770"/>
            </a:xfrm>
            <a:prstGeom prst="rect">
              <a:avLst/>
            </a:prstGeom>
          </p:spPr>
        </p:pic>
      </p:grp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06AF2FB-F003-6183-1FAA-4250BA8FDBD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376519" y="-2783284"/>
            <a:ext cx="11728830" cy="11235446"/>
          </a:xfrm>
          <a:prstGeom prst="rect">
            <a:avLst/>
          </a:prstGeom>
        </p:spPr>
      </p:pic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E4A75390-92B2-E082-FD43-1E0B26E469CF}"/>
              </a:ext>
            </a:extLst>
          </p:cNvPr>
          <p:cNvGrpSpPr/>
          <p:nvPr userDrawn="1"/>
        </p:nvGrpSpPr>
        <p:grpSpPr>
          <a:xfrm>
            <a:off x="3538500" y="0"/>
            <a:ext cx="6343431" cy="6858000"/>
            <a:chOff x="3538500" y="-13670187"/>
            <a:chExt cx="6343431" cy="9957707"/>
          </a:xfrm>
        </p:grpSpPr>
        <p:sp>
          <p:nvSpPr>
            <p:cNvPr id="35" name="Прямоугольник: скругленные углы 86">
              <a:extLst>
                <a:ext uri="{FF2B5EF4-FFF2-40B4-BE49-F238E27FC236}">
                  <a16:creationId xmlns:a16="http://schemas.microsoft.com/office/drawing/2014/main" id="{ED917FD5-BE27-94DB-B1ED-F04FF4412A2F}"/>
                </a:ext>
              </a:extLst>
            </p:cNvPr>
            <p:cNvSpPr/>
            <p:nvPr/>
          </p:nvSpPr>
          <p:spPr>
            <a:xfrm>
              <a:off x="6378294" y="-13670187"/>
              <a:ext cx="3503637" cy="9957707"/>
            </a:xfrm>
            <a:prstGeom prst="rect">
              <a:avLst/>
            </a:prstGeom>
            <a:gradFill flip="none" rotWithShape="1">
              <a:gsLst>
                <a:gs pos="4000">
                  <a:schemeClr val="tx2">
                    <a:alpha val="49000"/>
                  </a:schemeClr>
                </a:gs>
                <a:gs pos="52000">
                  <a:schemeClr val="tx2">
                    <a:alpha val="0"/>
                  </a:schemeClr>
                </a:gs>
              </a:gsLst>
              <a:lin ang="10800000" scaled="1"/>
              <a:tileRect/>
            </a:gradFill>
            <a:ln w="190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45720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B Sans Display"/>
                <a:ea typeface="+mn-ea"/>
                <a:cs typeface="+mn-cs"/>
              </a:endParaRPr>
            </a:p>
          </p:txBody>
        </p:sp>
        <p:sp>
          <p:nvSpPr>
            <p:cNvPr id="36" name="Прямоугольник: скругленные углы 86">
              <a:extLst>
                <a:ext uri="{FF2B5EF4-FFF2-40B4-BE49-F238E27FC236}">
                  <a16:creationId xmlns:a16="http://schemas.microsoft.com/office/drawing/2014/main" id="{AF65D7A1-D8CD-674E-0A41-2447C08B767D}"/>
                </a:ext>
              </a:extLst>
            </p:cNvPr>
            <p:cNvSpPr/>
            <p:nvPr/>
          </p:nvSpPr>
          <p:spPr>
            <a:xfrm>
              <a:off x="5431696" y="-13670187"/>
              <a:ext cx="3503637" cy="9957707"/>
            </a:xfrm>
            <a:prstGeom prst="rect">
              <a:avLst/>
            </a:prstGeom>
            <a:gradFill flip="none" rotWithShape="1">
              <a:gsLst>
                <a:gs pos="4000">
                  <a:schemeClr val="tx2">
                    <a:alpha val="49000"/>
                  </a:schemeClr>
                </a:gs>
                <a:gs pos="52000">
                  <a:schemeClr val="tx2">
                    <a:alpha val="0"/>
                  </a:schemeClr>
                </a:gs>
              </a:gsLst>
              <a:lin ang="10800000" scaled="1"/>
              <a:tileRect/>
            </a:gradFill>
            <a:ln w="190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45720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B Sans Display"/>
                <a:ea typeface="+mn-ea"/>
                <a:cs typeface="+mn-cs"/>
              </a:endParaRPr>
            </a:p>
          </p:txBody>
        </p:sp>
        <p:sp>
          <p:nvSpPr>
            <p:cNvPr id="37" name="Прямоугольник: скругленные углы 86">
              <a:extLst>
                <a:ext uri="{FF2B5EF4-FFF2-40B4-BE49-F238E27FC236}">
                  <a16:creationId xmlns:a16="http://schemas.microsoft.com/office/drawing/2014/main" id="{3509C49D-57C3-CE12-4B73-45BE5952BE0E}"/>
                </a:ext>
              </a:extLst>
            </p:cNvPr>
            <p:cNvSpPr/>
            <p:nvPr/>
          </p:nvSpPr>
          <p:spPr>
            <a:xfrm>
              <a:off x="4485098" y="-13670187"/>
              <a:ext cx="3503637" cy="9957707"/>
            </a:xfrm>
            <a:prstGeom prst="rect">
              <a:avLst/>
            </a:prstGeom>
            <a:gradFill flip="none" rotWithShape="1">
              <a:gsLst>
                <a:gs pos="4000">
                  <a:schemeClr val="tx2">
                    <a:alpha val="49000"/>
                  </a:schemeClr>
                </a:gs>
                <a:gs pos="52000">
                  <a:schemeClr val="tx2">
                    <a:alpha val="0"/>
                  </a:schemeClr>
                </a:gs>
              </a:gsLst>
              <a:lin ang="10800000" scaled="1"/>
              <a:tileRect/>
            </a:gradFill>
            <a:ln w="190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45720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B Sans Display"/>
                <a:ea typeface="+mn-ea"/>
                <a:cs typeface="+mn-cs"/>
              </a:endParaRPr>
            </a:p>
          </p:txBody>
        </p:sp>
        <p:sp>
          <p:nvSpPr>
            <p:cNvPr id="38" name="Прямоугольник: скругленные углы 86">
              <a:extLst>
                <a:ext uri="{FF2B5EF4-FFF2-40B4-BE49-F238E27FC236}">
                  <a16:creationId xmlns:a16="http://schemas.microsoft.com/office/drawing/2014/main" id="{A2B33F0F-2449-083C-E45D-415CED6D3084}"/>
                </a:ext>
              </a:extLst>
            </p:cNvPr>
            <p:cNvSpPr/>
            <p:nvPr/>
          </p:nvSpPr>
          <p:spPr>
            <a:xfrm>
              <a:off x="3538500" y="-13670187"/>
              <a:ext cx="3503637" cy="9957707"/>
            </a:xfrm>
            <a:prstGeom prst="rect">
              <a:avLst/>
            </a:prstGeom>
            <a:gradFill flip="none" rotWithShape="1">
              <a:gsLst>
                <a:gs pos="4000">
                  <a:schemeClr val="tx2">
                    <a:alpha val="49000"/>
                  </a:schemeClr>
                </a:gs>
                <a:gs pos="52000">
                  <a:schemeClr val="tx2">
                    <a:alpha val="0"/>
                  </a:schemeClr>
                </a:gs>
              </a:gsLst>
              <a:lin ang="10800000" scaled="1"/>
              <a:tileRect/>
            </a:gradFill>
            <a:ln w="190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45720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B Sans Display"/>
                <a:ea typeface="+mn-ea"/>
                <a:cs typeface="+mn-cs"/>
              </a:endParaRPr>
            </a:p>
          </p:txBody>
        </p:sp>
      </p:grpSp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9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Слайд think-cell" r:id="rId11" imgW="592" imgH="591" progId="TCLayout.ActiveDocument.1">
                  <p:embed/>
                </p:oleObj>
              </mc:Choice>
              <mc:Fallback>
                <p:oleObj name="Слайд think-cell" r:id="rId11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554738" y="6330793"/>
            <a:ext cx="1108252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800" dirty="0" err="1">
                <a:latin typeface="Montserrat" panose="00000500000000000000" pitchFamily="2" charset="-52"/>
                <a:sym typeface="Montserrat" panose="00000500000000000000" pitchFamily="2" charset="-52"/>
              </a:rPr>
              <a:t>Footnotes</a:t>
            </a:r>
            <a:endParaRPr lang="ru-RU" sz="800" dirty="0">
              <a:latin typeface="Montserrat" panose="00000500000000000000" pitchFamily="2" charset="-52"/>
              <a:sym typeface="Montserrat" panose="00000500000000000000" pitchFamily="2" charset="-52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66723" y="6514143"/>
            <a:ext cx="1125855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 dirty="0">
                <a:solidFill>
                  <a:schemeClr val="tx2">
                    <a:lumMod val="65000"/>
                  </a:schemeClr>
                </a:solidFill>
                <a:latin typeface="Montserrat" panose="00000500000000000000" pitchFamily="2" charset="-52"/>
                <a:sym typeface="Montserrat" panose="00000500000000000000" pitchFamily="2" charset="-52"/>
              </a:rPr>
              <a:t>Source</a:t>
            </a:r>
            <a:r>
              <a:rPr lang="ru-RU" sz="800" dirty="0">
                <a:solidFill>
                  <a:schemeClr val="tx2">
                    <a:lumMod val="65000"/>
                  </a:schemeClr>
                </a:solidFill>
                <a:latin typeface="Montserrat" panose="00000500000000000000" pitchFamily="2" charset="-52"/>
                <a:sym typeface="Montserrat" panose="00000500000000000000" pitchFamily="2" charset="-52"/>
              </a:rPr>
              <a:t>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15864" y="5083867"/>
            <a:ext cx="6027152" cy="1384995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ts val="5400"/>
              </a:lnSpc>
              <a:defRPr lang="ru-RU" sz="6600" dirty="0"/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5694593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лаcсический заголовок 28 pt (+треке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Слайд think-cell" r:id="rId6" imgW="413" imgH="416" progId="TCLayout.ActiveDocument.1">
                  <p:embed/>
                </p:oleObj>
              </mc:Choice>
              <mc:Fallback>
                <p:oleObj name="Слайд think-cell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49811" y="620157"/>
            <a:ext cx="11486588" cy="73818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ru-RU" sz="2800" dirty="0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6890844-8973-4097-BC1C-62ADE9C8F394}"/>
              </a:ext>
            </a:extLst>
          </p:cNvPr>
          <p:cNvSpPr txBox="1">
            <a:spLocks/>
          </p:cNvSpPr>
          <p:nvPr/>
        </p:nvSpPr>
        <p:spPr>
          <a:xfrm>
            <a:off x="11847549" y="6624579"/>
            <a:ext cx="129177" cy="7072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z="900" smtClean="0">
                <a:solidFill>
                  <a:schemeClr val="accent6">
                    <a:lumMod val="75000"/>
                  </a:schemeClr>
                </a:solidFill>
                <a:latin typeface="+mn-lt"/>
                <a:cs typeface="SB Sans Text" panose="020B0503040504020204" pitchFamily="34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900" dirty="0">
              <a:solidFill>
                <a:schemeClr val="accent6">
                  <a:lumMod val="75000"/>
                </a:schemeClr>
              </a:solidFill>
              <a:latin typeface="+mn-lt"/>
              <a:cs typeface="SB Sans Text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7448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лаcсический заголовок 28 pt + серый трек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Слайд think-cell" r:id="rId6" imgW="413" imgH="416" progId="TCLayout.ActiveDocument.1">
                  <p:embed/>
                </p:oleObj>
              </mc:Choice>
              <mc:Fallback>
                <p:oleObj name="Слайд think-cell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49811" y="620157"/>
            <a:ext cx="11486588" cy="73818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ru-RU" sz="2800" dirty="0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6890844-8973-4097-BC1C-62ADE9C8F394}"/>
              </a:ext>
            </a:extLst>
          </p:cNvPr>
          <p:cNvSpPr txBox="1">
            <a:spLocks/>
          </p:cNvSpPr>
          <p:nvPr/>
        </p:nvSpPr>
        <p:spPr>
          <a:xfrm>
            <a:off x="11847549" y="6624579"/>
            <a:ext cx="129177" cy="7072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z="900" smtClean="0">
                <a:solidFill>
                  <a:schemeClr val="accent6">
                    <a:lumMod val="75000"/>
                  </a:schemeClr>
                </a:solidFill>
                <a:latin typeface="+mn-lt"/>
                <a:cs typeface="SB Sans Text" panose="020B0503040504020204" pitchFamily="34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900" dirty="0">
              <a:solidFill>
                <a:schemeClr val="accent6">
                  <a:lumMod val="75000"/>
                </a:schemeClr>
              </a:solidFill>
              <a:latin typeface="+mn-lt"/>
              <a:cs typeface="SB Sans Text" panose="020B0503040504020204" pitchFamily="34" charset="0"/>
            </a:endParaRPr>
          </a:p>
        </p:txBody>
      </p:sp>
      <p:sp>
        <p:nvSpPr>
          <p:cNvPr id="7" name="Текст 15"/>
          <p:cNvSpPr>
            <a:spLocks noGrp="1"/>
          </p:cNvSpPr>
          <p:nvPr>
            <p:ph type="body" sz="quarter" idx="12" hasCustomPrompt="1"/>
          </p:nvPr>
        </p:nvSpPr>
        <p:spPr>
          <a:xfrm>
            <a:off x="349811" y="328978"/>
            <a:ext cx="11486588" cy="307777"/>
          </a:xfrm>
          <a:prstGeom prst="rect">
            <a:avLst/>
          </a:prstGeom>
        </p:spPr>
        <p:txBody>
          <a:bodyPr/>
          <a:lstStyle>
            <a:lvl1pPr>
              <a:defRPr kumimoji="0" lang="ru-RU" sz="2000" b="0" i="0" u="none" strike="noStrike" kern="1200" cap="none" spc="0" normalizeH="0" baseline="0" dirty="0">
                <a:ln w="6350" cap="flat">
                  <a:noFill/>
                  <a:miter lim="800000"/>
                </a:ln>
                <a:solidFill>
                  <a:srgbClr val="D0D7DD">
                    <a:lumMod val="90000"/>
                  </a:srgbClr>
                </a:solidFill>
                <a:effectLst/>
                <a:uLnTx/>
                <a:uFillTx/>
                <a:latin typeface="SB Sans Display Light" panose="020B0303040504020204" pitchFamily="34" charset="0"/>
                <a:ea typeface="+mj-ea"/>
                <a:cs typeface="SB Sans Display Light" panose="020B0303040504020204" pitchFamily="34" charset="0"/>
                <a:sym typeface="Montserrat" panose="00000500000000000000" pitchFamily="2" charset="-52"/>
              </a:defRPr>
            </a:lvl1pPr>
            <a:lvl2pPr>
              <a:defRPr sz="2000">
                <a:solidFill>
                  <a:schemeClr val="accent6">
                    <a:lumMod val="75000"/>
                  </a:schemeClr>
                </a:solidFill>
              </a:defRPr>
            </a:lvl2pPr>
            <a:lvl3pPr>
              <a:defRPr sz="2000">
                <a:solidFill>
                  <a:schemeClr val="accent6">
                    <a:lumMod val="75000"/>
                  </a:schemeClr>
                </a:solidFill>
              </a:defRPr>
            </a:lvl3pPr>
            <a:lvl4pPr>
              <a:defRPr sz="200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sz="2000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ru-RU" dirty="0" err="1"/>
              <a:t>трекер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12241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28pt_новый_без трекер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Слайд think-cell" r:id="rId6" imgW="413" imgH="416" progId="TCLayout.ActiveDocument.1">
                  <p:embed/>
                </p:oleObj>
              </mc:Choice>
              <mc:Fallback>
                <p:oleObj name="Слайд think-cell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49811" y="452389"/>
            <a:ext cx="11486588" cy="73818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ru-RU" sz="2800" dirty="0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6890844-8973-4097-BC1C-62ADE9C8F394}"/>
              </a:ext>
            </a:extLst>
          </p:cNvPr>
          <p:cNvSpPr txBox="1">
            <a:spLocks/>
          </p:cNvSpPr>
          <p:nvPr/>
        </p:nvSpPr>
        <p:spPr>
          <a:xfrm>
            <a:off x="11847549" y="6624579"/>
            <a:ext cx="129177" cy="7072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z="900" smtClean="0">
                <a:solidFill>
                  <a:schemeClr val="accent6">
                    <a:lumMod val="75000"/>
                  </a:schemeClr>
                </a:solidFill>
                <a:latin typeface="+mn-lt"/>
                <a:cs typeface="SB Sans Text" panose="020B0503040504020204" pitchFamily="34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900" dirty="0">
              <a:solidFill>
                <a:schemeClr val="accent6">
                  <a:lumMod val="75000"/>
                </a:schemeClr>
              </a:solidFill>
              <a:latin typeface="+mn-lt"/>
              <a:cs typeface="SB Sans Text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7360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лы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19174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9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Слайд think-cell" r:id="rId6" imgW="592" imgH="591" progId="TCLayout.ActiveDocument.1">
                  <p:embed/>
                </p:oleObj>
              </mc:Choice>
              <mc:Fallback>
                <p:oleObj name="Слайд think-cell" r:id="rId6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554738" y="6330793"/>
            <a:ext cx="1108252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800" err="1">
                <a:latin typeface="Montserrat" panose="00000500000000000000" pitchFamily="2" charset="-52"/>
                <a:sym typeface="Montserrat" panose="00000500000000000000" pitchFamily="2" charset="-52"/>
              </a:rPr>
              <a:t>Footnotes</a:t>
            </a:r>
            <a:endParaRPr lang="ru-RU" sz="800">
              <a:latin typeface="Montserrat" panose="00000500000000000000" pitchFamily="2" charset="-52"/>
              <a:sym typeface="Montserrat" panose="00000500000000000000" pitchFamily="2" charset="-52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66723" y="6514143"/>
            <a:ext cx="1125855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>
                <a:solidFill>
                  <a:schemeClr val="tx2">
                    <a:lumMod val="65000"/>
                  </a:schemeClr>
                </a:solidFill>
                <a:latin typeface="Montserrat" panose="00000500000000000000" pitchFamily="2" charset="-52"/>
                <a:sym typeface="Montserrat" panose="00000500000000000000" pitchFamily="2" charset="-52"/>
              </a:rPr>
              <a:t>Source</a:t>
            </a:r>
            <a:r>
              <a:rPr lang="ru-RU" sz="800">
                <a:solidFill>
                  <a:schemeClr val="tx2">
                    <a:lumMod val="65000"/>
                  </a:schemeClr>
                </a:solidFill>
                <a:latin typeface="Montserrat" panose="00000500000000000000" pitchFamily="2" charset="-52"/>
                <a:sym typeface="Montserrat" panose="00000500000000000000" pitchFamily="2" charset="-52"/>
              </a:rPr>
              <a:t>: …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6890844-8973-4097-BC1C-62ADE9C8F394}"/>
              </a:ext>
            </a:extLst>
          </p:cNvPr>
          <p:cNvSpPr txBox="1">
            <a:spLocks/>
          </p:cNvSpPr>
          <p:nvPr/>
        </p:nvSpPr>
        <p:spPr>
          <a:xfrm>
            <a:off x="11847549" y="6624579"/>
            <a:ext cx="129177" cy="7072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z="900" smtClean="0">
                <a:solidFill>
                  <a:schemeClr val="accent6">
                    <a:lumMod val="75000"/>
                  </a:schemeClr>
                </a:solidFill>
                <a:latin typeface="+mn-lt"/>
                <a:cs typeface="SB Sans Text" panose="020B0503040504020204" pitchFamily="34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900">
              <a:solidFill>
                <a:schemeClr val="accent6">
                  <a:lumMod val="75000"/>
                </a:schemeClr>
              </a:solidFill>
              <a:latin typeface="+mn-lt"/>
              <a:cs typeface="SB Sans Text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78239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Клаcсический заголовок 28 pt + серый трек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Слайд think-cell" r:id="rId6" imgW="413" imgH="416" progId="TCLayout.ActiveDocument.1">
                  <p:embed/>
                </p:oleObj>
              </mc:Choice>
              <mc:Fallback>
                <p:oleObj name="Слайд think-cell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49811" y="719310"/>
            <a:ext cx="11486588" cy="73818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ru-RU" sz="2600" b="1" dirty="0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6890844-8973-4097-BC1C-62ADE9C8F394}"/>
              </a:ext>
            </a:extLst>
          </p:cNvPr>
          <p:cNvSpPr txBox="1">
            <a:spLocks/>
          </p:cNvSpPr>
          <p:nvPr/>
        </p:nvSpPr>
        <p:spPr>
          <a:xfrm>
            <a:off x="11847549" y="6624579"/>
            <a:ext cx="129177" cy="7072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z="900" smtClean="0">
                <a:solidFill>
                  <a:schemeClr val="accent6">
                    <a:lumMod val="75000"/>
                  </a:schemeClr>
                </a:solidFill>
                <a:latin typeface="+mn-lt"/>
                <a:cs typeface="SB Sans Text" panose="020B0503040504020204" pitchFamily="34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900" dirty="0">
              <a:solidFill>
                <a:schemeClr val="accent6">
                  <a:lumMod val="75000"/>
                </a:schemeClr>
              </a:solidFill>
              <a:latin typeface="+mn-lt"/>
              <a:cs typeface="SB Sans Text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96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9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theme" Target="../theme/theme6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6.xml"/><Relationship Id="rId9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51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13" Type="http://schemas.openxmlformats.org/officeDocument/2006/relationships/tags" Target="../tags/tag4.xml"/><Relationship Id="rId18" Type="http://schemas.openxmlformats.org/officeDocument/2006/relationships/tags" Target="../tags/tag9.xml"/><Relationship Id="rId26" Type="http://schemas.openxmlformats.org/officeDocument/2006/relationships/tags" Target="../tags/tag17.xml"/><Relationship Id="rId3" Type="http://schemas.openxmlformats.org/officeDocument/2006/relationships/slideLayout" Target="../slideLayouts/slideLayout54.xml"/><Relationship Id="rId21" Type="http://schemas.openxmlformats.org/officeDocument/2006/relationships/tags" Target="../tags/tag12.xml"/><Relationship Id="rId34" Type="http://schemas.openxmlformats.org/officeDocument/2006/relationships/oleObject" Target="../embeddings/oleObject1.bin"/><Relationship Id="rId7" Type="http://schemas.openxmlformats.org/officeDocument/2006/relationships/slideLayout" Target="../slideLayouts/slideLayout58.xml"/><Relationship Id="rId12" Type="http://schemas.openxmlformats.org/officeDocument/2006/relationships/tags" Target="../tags/tag3.xml"/><Relationship Id="rId17" Type="http://schemas.openxmlformats.org/officeDocument/2006/relationships/tags" Target="../tags/tag8.xml"/><Relationship Id="rId25" Type="http://schemas.openxmlformats.org/officeDocument/2006/relationships/tags" Target="../tags/tag16.xml"/><Relationship Id="rId33" Type="http://schemas.openxmlformats.org/officeDocument/2006/relationships/tags" Target="../tags/tag24.xml"/><Relationship Id="rId2" Type="http://schemas.openxmlformats.org/officeDocument/2006/relationships/slideLayout" Target="../slideLayouts/slideLayout53.xml"/><Relationship Id="rId16" Type="http://schemas.openxmlformats.org/officeDocument/2006/relationships/tags" Target="../tags/tag7.xml"/><Relationship Id="rId20" Type="http://schemas.openxmlformats.org/officeDocument/2006/relationships/tags" Target="../tags/tag11.xml"/><Relationship Id="rId29" Type="http://schemas.openxmlformats.org/officeDocument/2006/relationships/tags" Target="../tags/tag20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tags" Target="../tags/tag2.xml"/><Relationship Id="rId24" Type="http://schemas.openxmlformats.org/officeDocument/2006/relationships/tags" Target="../tags/tag15.xml"/><Relationship Id="rId32" Type="http://schemas.openxmlformats.org/officeDocument/2006/relationships/tags" Target="../tags/tag23.xml"/><Relationship Id="rId5" Type="http://schemas.openxmlformats.org/officeDocument/2006/relationships/slideLayout" Target="../slideLayouts/slideLayout56.xml"/><Relationship Id="rId15" Type="http://schemas.openxmlformats.org/officeDocument/2006/relationships/tags" Target="../tags/tag6.xml"/><Relationship Id="rId23" Type="http://schemas.openxmlformats.org/officeDocument/2006/relationships/tags" Target="../tags/tag14.xml"/><Relationship Id="rId28" Type="http://schemas.openxmlformats.org/officeDocument/2006/relationships/tags" Target="../tags/tag19.xml"/><Relationship Id="rId10" Type="http://schemas.openxmlformats.org/officeDocument/2006/relationships/tags" Target="../tags/tag1.xml"/><Relationship Id="rId19" Type="http://schemas.openxmlformats.org/officeDocument/2006/relationships/tags" Target="../tags/tag10.xml"/><Relationship Id="rId31" Type="http://schemas.openxmlformats.org/officeDocument/2006/relationships/tags" Target="../tags/tag22.xml"/><Relationship Id="rId4" Type="http://schemas.openxmlformats.org/officeDocument/2006/relationships/slideLayout" Target="../slideLayouts/slideLayout55.xml"/><Relationship Id="rId9" Type="http://schemas.openxmlformats.org/officeDocument/2006/relationships/vmlDrawing" Target="../drawings/vmlDrawing1.vml"/><Relationship Id="rId14" Type="http://schemas.openxmlformats.org/officeDocument/2006/relationships/tags" Target="../tags/tag5.xml"/><Relationship Id="rId22" Type="http://schemas.openxmlformats.org/officeDocument/2006/relationships/tags" Target="../tags/tag13.xml"/><Relationship Id="rId27" Type="http://schemas.openxmlformats.org/officeDocument/2006/relationships/tags" Target="../tags/tag18.xml"/><Relationship Id="rId30" Type="http://schemas.openxmlformats.org/officeDocument/2006/relationships/tags" Target="../tags/tag21.xml"/><Relationship Id="rId35" Type="http://schemas.openxmlformats.org/officeDocument/2006/relationships/image" Target="../media/image2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4E7EC"/>
              </a:gs>
              <a:gs pos="83000">
                <a:srgbClr val="DEE2E8"/>
              </a:gs>
            </a:gsLst>
            <a:path path="circle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180000" tIns="72000" bIns="180000" rtlCol="0" anchor="t">
            <a:normAutofit/>
          </a:bodyPr>
          <a:lstStyle/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Tx/>
              <a:buSzTx/>
              <a:buFontTx/>
              <a:buNone/>
              <a:defRPr/>
            </a:pPr>
            <a:endParaRPr lang="ru-RU" b="1" i="0" u="none" strike="noStrike" cap="none" spc="0">
              <a:ln>
                <a:noFill/>
              </a:ln>
              <a:solidFill>
                <a:srgbClr val="F9FBFE"/>
              </a:solidFill>
              <a:latin typeface="SB Sans Display"/>
              <a:cs typeface="SB Sans Display"/>
            </a:endParaRPr>
          </a:p>
        </p:txBody>
      </p:sp>
      <p:sp>
        <p:nvSpPr>
          <p:cNvPr id="1026" name="McK 2. 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499464" y="512846"/>
            <a:ext cx="10853735" cy="3416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90000"/>
              </a:lnSpc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grpSp>
        <p:nvGrpSpPr>
          <p:cNvPr id="1321" name="McK Slide Elements"/>
          <p:cNvGrpSpPr/>
          <p:nvPr userDrawn="1"/>
        </p:nvGrpSpPr>
        <p:grpSpPr bwMode="auto">
          <a:xfrm>
            <a:off x="161985" y="6203623"/>
            <a:ext cx="11630454" cy="518318"/>
            <a:chOff x="75" y="3830"/>
            <a:chExt cx="5385" cy="320"/>
          </a:xfrm>
        </p:grpSpPr>
      </p:grpSp>
      <p:sp>
        <p:nvSpPr>
          <p:cNvPr id="16" name="Номер слайда 2"/>
          <p:cNvSpPr>
            <a:spLocks noGrp="1"/>
          </p:cNvSpPr>
          <p:nvPr>
            <p:ph type="sldNum" sz="quarter" idx="4"/>
          </p:nvPr>
        </p:nvSpPr>
        <p:spPr bwMode="auto">
          <a:xfrm>
            <a:off x="11641138" y="6514113"/>
            <a:ext cx="550862" cy="197837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>
              <a:defRPr lang="ru-RU" sz="1000" b="0">
                <a:solidFill>
                  <a:schemeClr val="tx1"/>
                </a:solidFill>
                <a:latin typeface="+mn-lt"/>
              </a:defRPr>
            </a:lvl1pPr>
          </a:lstStyle>
          <a:p>
            <a:pPr defTabSz="430864">
              <a:spcBef>
                <a:spcPts val="48"/>
              </a:spcBef>
              <a:buClr>
                <a:schemeClr val="tx2"/>
              </a:buClr>
              <a:defRPr/>
            </a:pPr>
            <a:fld id="{B19B0651-EE4F-4900-A07F-96A6BFA9D0F0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5970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895350">
        <a:spcBef>
          <a:spcPts val="0"/>
        </a:spcBef>
        <a:spcAft>
          <a:spcPts val="0"/>
        </a:spcAft>
        <a:defRPr lang="en-US"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895350">
        <a:spcBef>
          <a:spcPts val="0"/>
        </a:spcBef>
        <a:spcAft>
          <a:spcPts val="0"/>
        </a:spcAft>
        <a:defRPr sz="1900" b="1">
          <a:solidFill>
            <a:schemeClr val="tx2"/>
          </a:solidFill>
          <a:latin typeface="Arial"/>
        </a:defRPr>
      </a:lvl2pPr>
      <a:lvl3pPr algn="l" defTabSz="895350">
        <a:spcBef>
          <a:spcPts val="0"/>
        </a:spcBef>
        <a:spcAft>
          <a:spcPts val="0"/>
        </a:spcAft>
        <a:defRPr sz="1900" b="1">
          <a:solidFill>
            <a:schemeClr val="tx2"/>
          </a:solidFill>
          <a:latin typeface="Arial"/>
        </a:defRPr>
      </a:lvl3pPr>
      <a:lvl4pPr algn="l" defTabSz="895350">
        <a:spcBef>
          <a:spcPts val="0"/>
        </a:spcBef>
        <a:spcAft>
          <a:spcPts val="0"/>
        </a:spcAft>
        <a:defRPr sz="1900" b="1">
          <a:solidFill>
            <a:schemeClr val="tx2"/>
          </a:solidFill>
          <a:latin typeface="Arial"/>
        </a:defRPr>
      </a:lvl4pPr>
      <a:lvl5pPr algn="l" defTabSz="895350">
        <a:spcBef>
          <a:spcPts val="0"/>
        </a:spcBef>
        <a:spcAft>
          <a:spcPts val="0"/>
        </a:spcAft>
        <a:defRPr sz="1900" b="1">
          <a:solidFill>
            <a:schemeClr val="tx2"/>
          </a:solidFill>
          <a:latin typeface="Arial"/>
        </a:defRPr>
      </a:lvl5pPr>
      <a:lvl6pPr marL="457200" algn="l" defTabSz="895350">
        <a:spcBef>
          <a:spcPts val="0"/>
        </a:spcBef>
        <a:spcAft>
          <a:spcPts val="0"/>
        </a:spcAft>
        <a:defRPr sz="1900" b="1">
          <a:solidFill>
            <a:schemeClr val="tx2"/>
          </a:solidFill>
          <a:latin typeface="Arial"/>
        </a:defRPr>
      </a:lvl6pPr>
      <a:lvl7pPr marL="914400" algn="l" defTabSz="895350">
        <a:spcBef>
          <a:spcPts val="0"/>
        </a:spcBef>
        <a:spcAft>
          <a:spcPts val="0"/>
        </a:spcAft>
        <a:defRPr sz="1900" b="1">
          <a:solidFill>
            <a:schemeClr val="tx2"/>
          </a:solidFill>
          <a:latin typeface="Arial"/>
        </a:defRPr>
      </a:lvl7pPr>
      <a:lvl8pPr marL="1371600" algn="l" defTabSz="895350">
        <a:spcBef>
          <a:spcPts val="0"/>
        </a:spcBef>
        <a:spcAft>
          <a:spcPts val="0"/>
        </a:spcAft>
        <a:defRPr sz="1900" b="1">
          <a:solidFill>
            <a:schemeClr val="tx2"/>
          </a:solidFill>
          <a:latin typeface="Arial"/>
        </a:defRPr>
      </a:lvl8pPr>
      <a:lvl9pPr marL="1828800" algn="l" defTabSz="895350">
        <a:spcBef>
          <a:spcPts val="0"/>
        </a:spcBef>
        <a:spcAft>
          <a:spcPts val="0"/>
        </a:spcAft>
        <a:defRPr sz="1900" b="1">
          <a:solidFill>
            <a:schemeClr val="tx2"/>
          </a:solidFill>
          <a:latin typeface="Arial"/>
        </a:defRPr>
      </a:lvl9pPr>
    </p:titleStyle>
    <p:bodyStyle>
      <a:lvl1pPr algn="l" defTabSz="895350">
        <a:spcBef>
          <a:spcPts val="0"/>
        </a:spcBef>
        <a:spcAft>
          <a:spcPts val="0"/>
        </a:spcAft>
        <a:buClr>
          <a:schemeClr val="tx2"/>
        </a:buClr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93675" indent="-192088" algn="l" defTabSz="895350">
        <a:spcBef>
          <a:spcPts val="0"/>
        </a:spcBef>
        <a:spcAft>
          <a:spcPts val="0"/>
        </a:spcAft>
        <a:buClr>
          <a:schemeClr val="tx1"/>
        </a:buClr>
        <a:buSzPct val="90000"/>
        <a:buFont typeface="Arial"/>
        <a:buChar char="•"/>
        <a:defRPr sz="1600">
          <a:solidFill>
            <a:schemeClr val="tx1"/>
          </a:solidFill>
          <a:latin typeface="+mn-lt"/>
        </a:defRPr>
      </a:lvl2pPr>
      <a:lvl3pPr marL="457200" indent="-261938" algn="l" defTabSz="895350">
        <a:spcBef>
          <a:spcPts val="0"/>
        </a:spcBef>
        <a:spcAft>
          <a:spcPts val="0"/>
        </a:spcAft>
        <a:buClr>
          <a:schemeClr val="tx1"/>
        </a:buClr>
        <a:buSzPct val="90000"/>
        <a:buFont typeface="Arial"/>
        <a:buChar char="–"/>
        <a:defRPr sz="1600">
          <a:solidFill>
            <a:schemeClr val="tx1"/>
          </a:solidFill>
          <a:latin typeface="+mn-lt"/>
        </a:defRPr>
      </a:lvl3pPr>
      <a:lvl4pPr marL="614363" indent="-155575" algn="l" defTabSz="895350">
        <a:spcBef>
          <a:spcPts val="0"/>
        </a:spcBef>
        <a:spcAft>
          <a:spcPts val="0"/>
        </a:spcAft>
        <a:buClr>
          <a:schemeClr val="tx1"/>
        </a:buClr>
        <a:buSzPct val="90000"/>
        <a:buFont typeface="Arial"/>
        <a:buChar char="◦"/>
        <a:defRPr sz="1600">
          <a:solidFill>
            <a:schemeClr val="tx1"/>
          </a:solidFill>
          <a:latin typeface="+mn-lt"/>
        </a:defRPr>
      </a:lvl4pPr>
      <a:lvl5pPr marL="746125" indent="-130175" algn="l" defTabSz="895350">
        <a:spcBef>
          <a:spcPts val="0"/>
        </a:spcBef>
        <a:spcAft>
          <a:spcPts val="0"/>
        </a:spcAft>
        <a:buClr>
          <a:schemeClr val="tx1"/>
        </a:buClr>
        <a:buSzPct val="90000"/>
        <a:buFont typeface="Arial"/>
        <a:buChar char="-"/>
        <a:defRPr sz="1600">
          <a:solidFill>
            <a:schemeClr val="tx1"/>
          </a:solidFill>
          <a:latin typeface="+mn-lt"/>
        </a:defRPr>
      </a:lvl5pPr>
      <a:lvl6pPr marL="1203325" indent="-130175" algn="l" defTabSz="895350">
        <a:spcBef>
          <a:spcPts val="0"/>
        </a:spcBef>
        <a:spcAft>
          <a:spcPts val="0"/>
        </a:spcAft>
        <a:buClr>
          <a:schemeClr val="tx2"/>
        </a:buClr>
        <a:buSzPct val="89000"/>
        <a:buFont typeface="Arial"/>
        <a:buChar char="-"/>
        <a:defRPr sz="1600">
          <a:solidFill>
            <a:schemeClr val="tx1"/>
          </a:solidFill>
          <a:latin typeface="+mn-lt"/>
        </a:defRPr>
      </a:lvl6pPr>
      <a:lvl7pPr marL="1660525" indent="-130175" algn="l" defTabSz="895350">
        <a:spcBef>
          <a:spcPts val="0"/>
        </a:spcBef>
        <a:spcAft>
          <a:spcPts val="0"/>
        </a:spcAft>
        <a:buClr>
          <a:schemeClr val="tx2"/>
        </a:buClr>
        <a:buSzPct val="89000"/>
        <a:buFont typeface="Arial"/>
        <a:buChar char="-"/>
        <a:defRPr sz="1600">
          <a:solidFill>
            <a:schemeClr val="tx1"/>
          </a:solidFill>
          <a:latin typeface="+mn-lt"/>
        </a:defRPr>
      </a:lvl7pPr>
      <a:lvl8pPr marL="2117725" indent="-130175" algn="l" defTabSz="895350">
        <a:spcBef>
          <a:spcPts val="0"/>
        </a:spcBef>
        <a:spcAft>
          <a:spcPts val="0"/>
        </a:spcAft>
        <a:buClr>
          <a:schemeClr val="tx2"/>
        </a:buClr>
        <a:buSzPct val="89000"/>
        <a:buFont typeface="Arial"/>
        <a:buChar char="-"/>
        <a:defRPr sz="1600">
          <a:solidFill>
            <a:schemeClr val="tx1"/>
          </a:solidFill>
          <a:latin typeface="+mn-lt"/>
        </a:defRPr>
      </a:lvl8pPr>
      <a:lvl9pPr marL="2574925" indent="-130175" algn="l" defTabSz="895350">
        <a:spcBef>
          <a:spcPts val="0"/>
        </a:spcBef>
        <a:spcAft>
          <a:spcPts val="0"/>
        </a:spcAft>
        <a:buClr>
          <a:schemeClr val="tx2"/>
        </a:buClr>
        <a:buSzPct val="89000"/>
        <a:buFont typeface="Arial"/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15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799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>
          <p15:clr>
            <a:srgbClr val="F26B43"/>
          </p15:clr>
        </p15:guide>
        <p15:guide id="2" orient="horz" pos="4042">
          <p15:clr>
            <a:srgbClr val="F26B43"/>
          </p15:clr>
        </p15:guide>
        <p15:guide id="3" pos="279">
          <p15:clr>
            <a:srgbClr val="F26B43"/>
          </p15:clr>
        </p15:guide>
        <p15:guide id="4" pos="7401">
          <p15:clr>
            <a:srgbClr val="F26B43"/>
          </p15:clr>
        </p15:guide>
        <p15:guide id="5" orient="horz" pos="958">
          <p15:clr>
            <a:srgbClr val="F26B43"/>
          </p15:clr>
        </p15:guide>
        <p15:guide id="6" orient="horz" pos="1230">
          <p15:clr>
            <a:srgbClr val="F26B43"/>
          </p15:clr>
        </p15:guide>
        <p15:guide id="8" orient="horz" pos="686">
          <p15:clr>
            <a:srgbClr val="F26B43"/>
          </p15:clr>
        </p15:guide>
        <p15:guide id="9" orient="horz" pos="1502">
          <p15:clr>
            <a:srgbClr val="F26B43"/>
          </p15:clr>
        </p15:guide>
        <p15:guide id="10" orient="horz" pos="1774">
          <p15:clr>
            <a:srgbClr val="F26B43"/>
          </p15:clr>
        </p15:guide>
        <p15:guide id="11" orient="horz" pos="2047">
          <p15:clr>
            <a:srgbClr val="F26B43"/>
          </p15:clr>
        </p15:guide>
        <p15:guide id="12" orient="horz" pos="3680">
          <p15:clr>
            <a:srgbClr val="F26B43"/>
          </p15:clr>
        </p15:guide>
        <p15:guide id="13" orient="horz" pos="3407">
          <p15:clr>
            <a:srgbClr val="F26B43"/>
          </p15:clr>
        </p15:guide>
        <p15:guide id="14" orient="horz" pos="3135">
          <p15:clr>
            <a:srgbClr val="F26B43"/>
          </p15:clr>
        </p15:guide>
        <p15:guide id="15" orient="horz" pos="2863">
          <p15:clr>
            <a:srgbClr val="F26B43"/>
          </p15:clr>
        </p15:guide>
        <p15:guide id="16" orient="horz" pos="2591">
          <p15:clr>
            <a:srgbClr val="F26B43"/>
          </p15:clr>
        </p15:guide>
        <p15:guide id="17" orient="horz" pos="2319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16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243983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25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>
          <p15:clr>
            <a:srgbClr val="F26B43"/>
          </p15:clr>
        </p15:guide>
        <p15:guide id="2" orient="horz" pos="4042">
          <p15:clr>
            <a:srgbClr val="F26B43"/>
          </p15:clr>
        </p15:guide>
        <p15:guide id="3" pos="279">
          <p15:clr>
            <a:srgbClr val="F26B43"/>
          </p15:clr>
        </p15:guide>
        <p15:guide id="4" pos="7401">
          <p15:clr>
            <a:srgbClr val="F26B43"/>
          </p15:clr>
        </p15:guide>
        <p15:guide id="5" orient="horz" pos="958">
          <p15:clr>
            <a:srgbClr val="F26B43"/>
          </p15:clr>
        </p15:guide>
        <p15:guide id="6" orient="horz" pos="1230">
          <p15:clr>
            <a:srgbClr val="F26B43"/>
          </p15:clr>
        </p15:guide>
        <p15:guide id="8" orient="horz" pos="686">
          <p15:clr>
            <a:srgbClr val="F26B43"/>
          </p15:clr>
        </p15:guide>
        <p15:guide id="9" orient="horz" pos="1502">
          <p15:clr>
            <a:srgbClr val="F26B43"/>
          </p15:clr>
        </p15:guide>
        <p15:guide id="10" orient="horz" pos="1774">
          <p15:clr>
            <a:srgbClr val="F26B43"/>
          </p15:clr>
        </p15:guide>
        <p15:guide id="11" orient="horz" pos="2047">
          <p15:clr>
            <a:srgbClr val="F26B43"/>
          </p15:clr>
        </p15:guide>
        <p15:guide id="12" orient="horz" pos="3680">
          <p15:clr>
            <a:srgbClr val="F26B43"/>
          </p15:clr>
        </p15:guide>
        <p15:guide id="13" orient="horz" pos="3407">
          <p15:clr>
            <a:srgbClr val="F26B43"/>
          </p15:clr>
        </p15:guide>
        <p15:guide id="14" orient="horz" pos="3135">
          <p15:clr>
            <a:srgbClr val="F26B43"/>
          </p15:clr>
        </p15:guide>
        <p15:guide id="15" orient="horz" pos="2863">
          <p15:clr>
            <a:srgbClr val="F26B43"/>
          </p15:clr>
        </p15:guide>
        <p15:guide id="16" orient="horz" pos="2591">
          <p15:clr>
            <a:srgbClr val="F26B43"/>
          </p15:clr>
        </p15:guide>
        <p15:guide id="17" orient="horz" pos="2319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0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698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798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1589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Слайд think-cell" r:id="rId34" imgW="413" imgH="416" progId="TCLayout.ActiveDocument.1">
                  <p:embed/>
                </p:oleObj>
              </mc:Choice>
              <mc:Fallback>
                <p:oleObj name="Слайд think-cell" r:id="rId34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id" hidden="1">
            <a:extLst>
              <a:ext uri="{FF2B5EF4-FFF2-40B4-BE49-F238E27FC236}">
                <a16:creationId xmlns:a16="http://schemas.microsoft.com/office/drawing/2014/main" id="{659340B4-05B2-4322-97ED-0736F0D173C9}"/>
              </a:ext>
            </a:extLst>
          </p:cNvPr>
          <p:cNvGrpSpPr/>
          <p:nvPr/>
        </p:nvGrpSpPr>
        <p:grpSpPr>
          <a:xfrm>
            <a:off x="-468000" y="-467999"/>
            <a:ext cx="12105264" cy="6735293"/>
            <a:chOff x="-468000" y="-468000"/>
            <a:chExt cx="12105264" cy="6735293"/>
          </a:xfrm>
        </p:grpSpPr>
        <p:sp>
          <p:nvSpPr>
            <p:cNvPr id="288" name="Rectangle 39">
              <a:extLst>
                <a:ext uri="{FF2B5EF4-FFF2-40B4-BE49-F238E27FC236}">
                  <a16:creationId xmlns:a16="http://schemas.microsoft.com/office/drawing/2014/main" id="{1D03324C-C4D6-4D8E-8CB9-DCCF952BF70C}"/>
                </a:ext>
              </a:extLst>
            </p:cNvPr>
            <p:cNvSpPr>
              <a:spLocks/>
            </p:cNvSpPr>
            <p:nvPr/>
          </p:nvSpPr>
          <p:spPr>
            <a:xfrm>
              <a:off x="-468000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289" name="Rectangle 255">
              <a:extLst>
                <a:ext uri="{FF2B5EF4-FFF2-40B4-BE49-F238E27FC236}">
                  <a16:creationId xmlns:a16="http://schemas.microsoft.com/office/drawing/2014/main" id="{AF92E9BF-3BF9-4520-BD9F-9C99C8CDDDE7}"/>
                </a:ext>
              </a:extLst>
            </p:cNvPr>
            <p:cNvSpPr>
              <a:spLocks/>
            </p:cNvSpPr>
            <p:nvPr/>
          </p:nvSpPr>
          <p:spPr>
            <a:xfrm>
              <a:off x="554736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-52"/>
                  <a:sym typeface="Montserrat" panose="00000500000000000000" pitchFamily="2" charset="-52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290" name="Rectangle 256">
              <a:extLst>
                <a:ext uri="{FF2B5EF4-FFF2-40B4-BE49-F238E27FC236}">
                  <a16:creationId xmlns:a16="http://schemas.microsoft.com/office/drawing/2014/main" id="{8EE3CD82-C4E9-44AA-8C09-9463FC0F6034}"/>
                </a:ext>
              </a:extLst>
            </p:cNvPr>
            <p:cNvSpPr>
              <a:spLocks/>
            </p:cNvSpPr>
            <p:nvPr/>
          </p:nvSpPr>
          <p:spPr>
            <a:xfrm>
              <a:off x="3758184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Montserrat" panose="00000500000000000000" pitchFamily="2" charset="-52"/>
                  <a:sym typeface="Montserrat" panose="00000500000000000000" pitchFamily="2" charset="-52"/>
                </a:rPr>
                <a:t>1/4</a:t>
              </a:r>
            </a:p>
          </p:txBody>
        </p:sp>
        <p:sp>
          <p:nvSpPr>
            <p:cNvPr id="291" name="Rectangle 257">
              <a:extLst>
                <a:ext uri="{FF2B5EF4-FFF2-40B4-BE49-F238E27FC236}">
                  <a16:creationId xmlns:a16="http://schemas.microsoft.com/office/drawing/2014/main" id="{D016EB46-444F-4603-BC37-724F7064982C}"/>
                </a:ext>
              </a:extLst>
            </p:cNvPr>
            <p:cNvSpPr>
              <a:spLocks/>
            </p:cNvSpPr>
            <p:nvPr/>
          </p:nvSpPr>
          <p:spPr>
            <a:xfrm>
              <a:off x="4709160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Montserrat" panose="00000500000000000000" pitchFamily="2" charset="-52"/>
                  <a:sym typeface="Montserrat" panose="00000500000000000000" pitchFamily="2" charset="-52"/>
                </a:rPr>
                <a:t>1/3</a:t>
              </a:r>
            </a:p>
          </p:txBody>
        </p:sp>
        <p:sp>
          <p:nvSpPr>
            <p:cNvPr id="292" name="Rectangle 258">
              <a:extLst>
                <a:ext uri="{FF2B5EF4-FFF2-40B4-BE49-F238E27FC236}">
                  <a16:creationId xmlns:a16="http://schemas.microsoft.com/office/drawing/2014/main" id="{EF714854-B7B4-4FA4-A813-B87C60CA0B21}"/>
                </a:ext>
              </a:extLst>
            </p:cNvPr>
            <p:cNvSpPr>
              <a:spLocks/>
            </p:cNvSpPr>
            <p:nvPr/>
          </p:nvSpPr>
          <p:spPr>
            <a:xfrm>
              <a:off x="6440424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Montserrat" panose="00000500000000000000" pitchFamily="2" charset="-52"/>
                  <a:sym typeface="Montserrat" panose="00000500000000000000" pitchFamily="2" charset="-52"/>
                </a:rPr>
                <a:t>1/2</a:t>
              </a:r>
            </a:p>
          </p:txBody>
        </p:sp>
        <p:sp>
          <p:nvSpPr>
            <p:cNvPr id="293" name="Rectangle 259">
              <a:extLst>
                <a:ext uri="{FF2B5EF4-FFF2-40B4-BE49-F238E27FC236}">
                  <a16:creationId xmlns:a16="http://schemas.microsoft.com/office/drawing/2014/main" id="{791BBC8E-C9AE-4436-9A56-C05867A5DA30}"/>
                </a:ext>
              </a:extLst>
            </p:cNvPr>
            <p:cNvSpPr>
              <a:spLocks/>
            </p:cNvSpPr>
            <p:nvPr/>
          </p:nvSpPr>
          <p:spPr>
            <a:xfrm>
              <a:off x="8174736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Montserrat" panose="00000500000000000000" pitchFamily="2" charset="-52"/>
                  <a:sym typeface="Montserrat" panose="00000500000000000000" pitchFamily="2" charset="-52"/>
                </a:rPr>
                <a:t>2/3</a:t>
              </a:r>
            </a:p>
          </p:txBody>
        </p:sp>
        <p:sp>
          <p:nvSpPr>
            <p:cNvPr id="296" name="Rectangle 260">
              <a:extLst>
                <a:ext uri="{FF2B5EF4-FFF2-40B4-BE49-F238E27FC236}">
                  <a16:creationId xmlns:a16="http://schemas.microsoft.com/office/drawing/2014/main" id="{11058B96-DF5B-4DE1-B61A-39A03CC6ADAF}"/>
                </a:ext>
              </a:extLst>
            </p:cNvPr>
            <p:cNvSpPr>
              <a:spLocks/>
            </p:cNvSpPr>
            <p:nvPr/>
          </p:nvSpPr>
          <p:spPr>
            <a:xfrm>
              <a:off x="9125840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Montserrat" panose="00000500000000000000" pitchFamily="2" charset="-52"/>
                  <a:sym typeface="Montserrat" panose="00000500000000000000" pitchFamily="2" charset="-52"/>
                </a:rPr>
                <a:t>3/4</a:t>
              </a:r>
            </a:p>
          </p:txBody>
        </p:sp>
        <p:cxnSp>
          <p:nvCxnSpPr>
            <p:cNvPr id="297" name="Straight Connector 266">
              <a:extLst>
                <a:ext uri="{FF2B5EF4-FFF2-40B4-BE49-F238E27FC236}">
                  <a16:creationId xmlns:a16="http://schemas.microsoft.com/office/drawing/2014/main" id="{CE54CCB2-FB94-4CCD-BABF-BA9F4BDE3262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76">
              <a:extLst>
                <a:ext uri="{FF2B5EF4-FFF2-40B4-BE49-F238E27FC236}">
                  <a16:creationId xmlns:a16="http://schemas.microsoft.com/office/drawing/2014/main" id="{E952F958-5975-47F7-AD31-0BEC345C7120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78">
              <a:extLst>
                <a:ext uri="{FF2B5EF4-FFF2-40B4-BE49-F238E27FC236}">
                  <a16:creationId xmlns:a16="http://schemas.microsoft.com/office/drawing/2014/main" id="{AB7CEF6F-0DD3-4F0B-BAEE-6301A34C1387}"/>
                </a:ext>
              </a:extLst>
            </p:cNvPr>
            <p:cNvCxnSpPr>
              <a:cxnSpLocks/>
            </p:cNvCxnSpPr>
            <p:nvPr/>
          </p:nvCxnSpPr>
          <p:spPr>
            <a:xfrm>
              <a:off x="6440424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79">
              <a:extLst>
                <a:ext uri="{FF2B5EF4-FFF2-40B4-BE49-F238E27FC236}">
                  <a16:creationId xmlns:a16="http://schemas.microsoft.com/office/drawing/2014/main" id="{F3647056-56DE-49B9-9342-40126D08433F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282">
              <a:extLst>
                <a:ext uri="{FF2B5EF4-FFF2-40B4-BE49-F238E27FC236}">
                  <a16:creationId xmlns:a16="http://schemas.microsoft.com/office/drawing/2014/main" id="{96044D3B-5CDD-4264-AF7E-4192085A0ECC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946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3254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1155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365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575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785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995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7205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415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625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835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8045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738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31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9484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32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71583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33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3681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34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578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35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787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36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997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37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3207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38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417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39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6274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40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8372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cxnSp>
          <p:nvCxnSpPr>
            <p:cNvPr id="359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Area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4736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554738" y="6330793"/>
            <a:ext cx="1108252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800" dirty="0" err="1">
                <a:latin typeface="Montserrat" panose="00000500000000000000" pitchFamily="2" charset="-52"/>
                <a:sym typeface="Montserrat" panose="00000500000000000000" pitchFamily="2" charset="-52"/>
              </a:rPr>
              <a:t>Footnotes</a:t>
            </a:r>
            <a:endParaRPr lang="ru-RU" sz="800" dirty="0">
              <a:latin typeface="Montserrat" panose="00000500000000000000" pitchFamily="2" charset="-52"/>
              <a:sym typeface="Montserrat" panose="00000500000000000000" pitchFamily="2" charset="-52"/>
            </a:endParaRPr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/>
        </p:nvSpPr>
        <p:spPr>
          <a:xfrm>
            <a:off x="9158289" y="41598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latin typeface="Montserrat" panose="00000500000000000000" pitchFamily="2" charset="-52"/>
                <a:sym typeface="Montserrat" panose="00000500000000000000" pitchFamily="2" charset="-52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6" y="1282777"/>
            <a:ext cx="3049254" cy="461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1600" dirty="0">
                <a:latin typeface="Montserrat" panose="00000500000000000000" pitchFamily="2" charset="-52"/>
                <a:sym typeface="Montserrat" panose="00000500000000000000" pitchFamily="2" charset="-52"/>
              </a:rPr>
              <a:t>Above Chart Exhibit Title</a:t>
            </a:r>
            <a:br>
              <a:rPr lang="en-US" sz="1600" dirty="0">
                <a:latin typeface="Montserrat" panose="00000500000000000000" pitchFamily="2" charset="-52"/>
                <a:sym typeface="Montserrat" panose="00000500000000000000" pitchFamily="2" charset="-52"/>
              </a:rPr>
            </a:br>
            <a:r>
              <a:rPr lang="en-US" sz="1401" b="0" dirty="0">
                <a:latin typeface="Montserrat" panose="00000500000000000000" pitchFamily="2" charset="-52"/>
                <a:sym typeface="Montserrat" panose="00000500000000000000" pitchFamily="2" charset="-52"/>
              </a:rPr>
              <a:t>Units of measure</a:t>
            </a:r>
            <a:endParaRPr lang="ru-RU" sz="1401" b="0" dirty="0">
              <a:latin typeface="Montserrat" panose="00000500000000000000" pitchFamily="2" charset="-52"/>
              <a:sym typeface="Montserrat" panose="00000500000000000000" pitchFamily="2" charset="-52"/>
            </a:endParaRPr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554737" y="6514143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Montserrat" panose="00000500000000000000" pitchFamily="2" charset="-52"/>
                <a:sym typeface="Montserrat" panose="00000500000000000000" pitchFamily="2" charset="-52"/>
              </a:rPr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54735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1" dirty="0">
                <a:solidFill>
                  <a:schemeClr val="accent1"/>
                </a:solidFill>
                <a:latin typeface="Montserrat" panose="00000500000000000000" pitchFamily="2" charset="-52"/>
                <a:sym typeface="Montserrat" panose="00000500000000000000" pitchFamily="2" charset="-52"/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933715" y="3266780"/>
            <a:ext cx="279340" cy="279340"/>
          </a:xfrm>
          <a:prstGeom prst="ellipse">
            <a:avLst/>
          </a:prstGeom>
          <a:solidFill>
            <a:schemeClr val="accent1"/>
          </a:solidFill>
          <a:ln w="6350" cap="sq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1" dirty="0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54735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1">
                <a:solidFill>
                  <a:schemeClr val="accent1"/>
                </a:solidFill>
                <a:latin typeface="Montserrat" panose="00000500000000000000" pitchFamily="2" charset="-52"/>
                <a:sym typeface="Montserrat" panose="00000500000000000000" pitchFamily="2" charset="-52"/>
              </a:rPr>
              <a:t>1</a:t>
            </a:r>
            <a:endParaRPr lang="en-US" sz="1401" dirty="0" err="1">
              <a:solidFill>
                <a:schemeClr val="accent1"/>
              </a:solidFill>
              <a:latin typeface="Montserrat" panose="00000500000000000000" pitchFamily="2" charset="-52"/>
              <a:sym typeface="Montserrat" panose="00000500000000000000" pitchFamily="2" charset="-52"/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33715" y="3682416"/>
            <a:ext cx="279340" cy="279340"/>
          </a:xfrm>
          <a:prstGeom prst="ellipse">
            <a:avLst/>
          </a:prstGeom>
          <a:solidFill>
            <a:schemeClr val="accent1"/>
          </a:solidFill>
          <a:ln w="6350" cap="sq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1" dirty="0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>
            <p:custDataLst>
              <p:tags r:id="rId18"/>
            </p:custDataLst>
          </p:nvPr>
        </p:nvGrpSpPr>
        <p:grpSpPr>
          <a:xfrm>
            <a:off x="8973905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rgbClr val="E6E6E6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accent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sz="1800" dirty="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>
            <p:custDataLst>
              <p:tags r:id="rId19"/>
            </p:custDataLst>
          </p:nvPr>
        </p:nvGrpSpPr>
        <p:grpSpPr>
          <a:xfrm>
            <a:off x="9362160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rgbClr val="E6E6E6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>
            <p:custDataLst>
              <p:tags r:id="rId20"/>
            </p:custDataLst>
          </p:nvPr>
        </p:nvGrpSpPr>
        <p:grpSpPr>
          <a:xfrm>
            <a:off x="9748418" y="3260116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rgbClr val="E6E6E6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>
            <p:custDataLst>
              <p:tags r:id="rId21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rgbClr val="E6E6E6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>
            <p:custDataLst>
              <p:tags r:id="rId22"/>
            </p:custDataLst>
          </p:nvPr>
        </p:nvGrpSpPr>
        <p:grpSpPr>
          <a:xfrm>
            <a:off x="10520931" y="3260116"/>
            <a:ext cx="288000" cy="288000"/>
            <a:chOff x="762000" y="1270000"/>
            <a:chExt cx="254000" cy="254000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rgbClr val="E6E6E6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 dirty="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/>
        </p:nvGrpSpPr>
        <p:grpSpPr>
          <a:xfrm>
            <a:off x="1662671" y="3333780"/>
            <a:ext cx="115516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/>
        </p:nvGrpSpPr>
        <p:grpSpPr>
          <a:xfrm>
            <a:off x="2021701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accent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/>
        </p:nvSpPr>
        <p:spPr bwMode="auto">
          <a:xfrm>
            <a:off x="1598579" y="3869635"/>
            <a:ext cx="243700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accent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9" tIns="45720" rIns="91439" bIns="45720" numCol="1" anchor="t" anchorCtr="0" compatLnSpc="1">
            <a:prstTxWarp prst="textNoShape">
              <a:avLst/>
            </a:prstTxWarp>
          </a:bodyPr>
          <a:lstStyle/>
          <a:p>
            <a:endParaRPr lang="ru-RU" sz="1800">
              <a:latin typeface="Montserrat" panose="00000500000000000000" pitchFamily="2" charset="-52"/>
              <a:sym typeface="Montserrat" panose="00000500000000000000" pitchFamily="2" charset="-52"/>
            </a:endParaRPr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/>
        </p:nvGrpSpPr>
        <p:grpSpPr>
          <a:xfrm>
            <a:off x="2021701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accent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/>
        </p:nvSpPr>
        <p:spPr bwMode="auto">
          <a:xfrm>
            <a:off x="1598579" y="4369024"/>
            <a:ext cx="243700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accent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9" tIns="45720" rIns="91439" bIns="45720" numCol="1" anchor="t" anchorCtr="0" compatLnSpc="1">
            <a:prstTxWarp prst="textNoShape">
              <a:avLst/>
            </a:prstTxWarp>
          </a:bodyPr>
          <a:lstStyle/>
          <a:p>
            <a:endParaRPr lang="ru-RU" sz="1800">
              <a:latin typeface="Montserrat" panose="00000500000000000000" pitchFamily="2" charset="-52"/>
              <a:sym typeface="Montserrat" panose="00000500000000000000" pitchFamily="2" charset="-52"/>
            </a:endParaRPr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/>
        </p:nvGrpSpPr>
        <p:grpSpPr>
          <a:xfrm>
            <a:off x="2021701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accent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accent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/>
        </p:nvGrpSpPr>
        <p:grpSpPr>
          <a:xfrm>
            <a:off x="2021701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 dirty="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accent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/>
        </p:nvSpPr>
        <p:spPr>
          <a:xfrm>
            <a:off x="1620564" y="5331802"/>
            <a:ext cx="199730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  <a:latin typeface="Montserrat" panose="00000500000000000000" pitchFamily="2" charset="-52"/>
              <a:sym typeface="Montserrat" panose="00000500000000000000" pitchFamily="2" charset="-52"/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/>
        </p:nvGrpSpPr>
        <p:grpSpPr>
          <a:xfrm>
            <a:off x="2021701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accent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accent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9" tIns="45720" rIns="91439" bIns="45720" numCol="1" anchor="t" anchorCtr="0" compatLnSpc="1">
            <a:prstTxWarp prst="textNoShape">
              <a:avLst/>
            </a:prstTxWarp>
          </a:bodyPr>
          <a:lstStyle/>
          <a:p>
            <a:endParaRPr lang="ru-RU" sz="1800">
              <a:latin typeface="Montserrat" panose="00000500000000000000" pitchFamily="2" charset="-52"/>
              <a:sym typeface="Montserrat" panose="00000500000000000000" pitchFamily="2" charset="-52"/>
            </a:endParaRPr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rgbClr val="B3B3B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/>
        </p:nvGrpSpPr>
        <p:grpSpPr>
          <a:xfrm rot="5400000">
            <a:off x="3266044" y="3833169"/>
            <a:ext cx="115517" cy="220532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/>
        </p:nvGrpSpPr>
        <p:grpSpPr>
          <a:xfrm rot="5400000">
            <a:off x="4124467" y="3745320"/>
            <a:ext cx="396228" cy="396228"/>
            <a:chOff x="2521091" y="3245932"/>
            <a:chExt cx="396228" cy="396228"/>
          </a:xfrm>
          <a:solidFill>
            <a:schemeClr val="accent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/>
        </p:nvGrpSpPr>
        <p:grpSpPr>
          <a:xfrm>
            <a:off x="4124467" y="4244710"/>
            <a:ext cx="396228" cy="396228"/>
            <a:chOff x="4124466" y="4244710"/>
            <a:chExt cx="396228" cy="396228"/>
          </a:xfrm>
          <a:solidFill>
            <a:schemeClr val="accent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/>
        </p:nvGrpSpPr>
        <p:grpSpPr>
          <a:xfrm>
            <a:off x="7194634" y="3340361"/>
            <a:ext cx="211077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/>
        </p:nvGrpSpPr>
        <p:grpSpPr>
          <a:xfrm>
            <a:off x="8100835" y="3245932"/>
            <a:ext cx="396228" cy="396228"/>
            <a:chOff x="8100836" y="3245932"/>
            <a:chExt cx="396228" cy="396228"/>
          </a:xfrm>
          <a:solidFill>
            <a:schemeClr val="accent1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/>
        </p:nvGrpSpPr>
        <p:grpSpPr>
          <a:xfrm>
            <a:off x="7220558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/>
        </p:nvGrpSpPr>
        <p:grpSpPr>
          <a:xfrm>
            <a:off x="8100835" y="3745320"/>
            <a:ext cx="396228" cy="396228"/>
            <a:chOff x="8100836" y="3745320"/>
            <a:chExt cx="396228" cy="396228"/>
          </a:xfrm>
          <a:solidFill>
            <a:schemeClr val="accent1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/>
        </p:nvGrpSpPr>
        <p:grpSpPr>
          <a:xfrm>
            <a:off x="7220558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/>
        </p:nvGrpSpPr>
        <p:grpSpPr>
          <a:xfrm>
            <a:off x="8100835" y="4744099"/>
            <a:ext cx="396228" cy="396228"/>
            <a:chOff x="8100836" y="4744099"/>
            <a:chExt cx="396228" cy="396228"/>
          </a:xfrm>
          <a:solidFill>
            <a:schemeClr val="accent1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0558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39" tIns="45720" rIns="91439" bIns="45720" numCol="1" anchor="t" anchorCtr="0" compatLnSpc="1">
            <a:prstTxWarp prst="textNoShape">
              <a:avLst/>
            </a:prstTxWarp>
          </a:bodyPr>
          <a:lstStyle/>
          <a:p>
            <a:endParaRPr lang="ru-RU" sz="1800">
              <a:latin typeface="Montserrat" panose="00000500000000000000" pitchFamily="2" charset="-52"/>
              <a:sym typeface="Montserrat" panose="00000500000000000000" pitchFamily="2" charset="-52"/>
            </a:endParaRPr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/>
        </p:nvGrpSpPr>
        <p:grpSpPr>
          <a:xfrm>
            <a:off x="8100835" y="5243488"/>
            <a:ext cx="396228" cy="396228"/>
            <a:chOff x="8100836" y="5243488"/>
            <a:chExt cx="396228" cy="396228"/>
          </a:xfrm>
          <a:solidFill>
            <a:schemeClr val="accent1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/>
        </p:nvGrpSpPr>
        <p:grpSpPr>
          <a:xfrm>
            <a:off x="5570797" y="3817434"/>
            <a:ext cx="252000" cy="252000"/>
            <a:chOff x="4615598" y="8751036"/>
            <a:chExt cx="360000" cy="360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ln w="6350" cap="sq">
              <a:solidFill>
                <a:schemeClr val="accent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ln w="6350" cap="sq">
              <a:solidFill>
                <a:schemeClr val="accent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ln w="6350" cap="sq">
              <a:solidFill>
                <a:schemeClr val="accent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ln w="6350" cap="sq">
              <a:solidFill>
                <a:schemeClr val="accent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/>
        </p:nvGrpSpPr>
        <p:grpSpPr>
          <a:xfrm>
            <a:off x="6497462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/>
        </p:nvGrpSpPr>
        <p:grpSpPr>
          <a:xfrm>
            <a:off x="5552391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>
                    <a:latin typeface="Montserrat" panose="00000500000000000000" pitchFamily="2" charset="-52"/>
                    <a:sym typeface="Montserrat" panose="00000500000000000000" pitchFamily="2" charset="-52"/>
                  </a:endParaRPr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>
                    <a:latin typeface="Montserrat" panose="00000500000000000000" pitchFamily="2" charset="-52"/>
                    <a:sym typeface="Montserrat" panose="00000500000000000000" pitchFamily="2" charset="-52"/>
                  </a:endParaRPr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>
                    <a:latin typeface="Montserrat" panose="00000500000000000000" pitchFamily="2" charset="-52"/>
                    <a:sym typeface="Montserrat" panose="00000500000000000000" pitchFamily="2" charset="-52"/>
                  </a:endParaRPr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>
                    <a:latin typeface="Montserrat" panose="00000500000000000000" pitchFamily="2" charset="-52"/>
                    <a:sym typeface="Montserrat" panose="00000500000000000000" pitchFamily="2" charset="-52"/>
                  </a:endParaRPr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/>
        </p:nvGrpSpPr>
        <p:grpSpPr>
          <a:xfrm>
            <a:off x="6497462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>
                    <a:latin typeface="Montserrat" panose="00000500000000000000" pitchFamily="2" charset="-52"/>
                    <a:sym typeface="Montserrat" panose="00000500000000000000" pitchFamily="2" charset="-52"/>
                  </a:endParaRPr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>
                    <a:latin typeface="Montserrat" panose="00000500000000000000" pitchFamily="2" charset="-52"/>
                    <a:sym typeface="Montserrat" panose="00000500000000000000" pitchFamily="2" charset="-52"/>
                  </a:endParaRPr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>
                    <a:latin typeface="Montserrat" panose="00000500000000000000" pitchFamily="2" charset="-52"/>
                    <a:sym typeface="Montserrat" panose="00000500000000000000" pitchFamily="2" charset="-52"/>
                  </a:endParaRPr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>
                    <a:latin typeface="Montserrat" panose="00000500000000000000" pitchFamily="2" charset="-52"/>
                    <a:sym typeface="Montserrat" panose="00000500000000000000" pitchFamily="2" charset="-52"/>
                  </a:endParaRPr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/>
        </p:nvGrpSpPr>
        <p:grpSpPr>
          <a:xfrm>
            <a:off x="5681797" y="4298824"/>
            <a:ext cx="30004" cy="288000"/>
            <a:chOff x="1933545" y="4854548"/>
            <a:chExt cx="79200" cy="760220"/>
          </a:xfrm>
          <a:solidFill>
            <a:schemeClr val="accent1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/>
        </p:nvGrpSpPr>
        <p:grpSpPr>
          <a:xfrm>
            <a:off x="6497462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1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800"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/>
        </p:nvGrpSpPr>
        <p:grpSpPr>
          <a:xfrm>
            <a:off x="6497462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  <a:latin typeface="Montserrat" panose="00000500000000000000" pitchFamily="2" charset="-52"/>
                <a:sym typeface="Montserrat" panose="00000500000000000000" pitchFamily="2" charset="-52"/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800">
                  <a:latin typeface="Montserrat" panose="00000500000000000000" pitchFamily="2" charset="-52"/>
                  <a:sym typeface="Montserrat" panose="00000500000000000000" pitchFamily="2" charset="-52"/>
                </a:endParaRPr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350039" y="670408"/>
            <a:ext cx="3923446" cy="38779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3375260" y="2194560"/>
            <a:ext cx="1795256" cy="152718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ru-RU" sz="1200" dirty="0"/>
          </a:p>
        </p:txBody>
      </p:sp>
      <p:sp>
        <p:nvSpPr>
          <p:cNvPr id="19" name="Текст 18"/>
          <p:cNvSpPr>
            <a:spLocks noGrp="1"/>
          </p:cNvSpPr>
          <p:nvPr>
            <p:ph type="body" idx="1"/>
          </p:nvPr>
        </p:nvSpPr>
        <p:spPr>
          <a:xfrm>
            <a:off x="350039" y="1541085"/>
            <a:ext cx="10515600" cy="13851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0495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</p:sldLayoutIdLst>
  <p:txStyles>
    <p:titleStyle>
      <a:lvl1pPr algn="l" defTabSz="914337" rtl="0" eaLnBrk="1" latinLnBrk="0" hangingPunct="1">
        <a:lnSpc>
          <a:spcPct val="100000"/>
        </a:lnSpc>
        <a:spcBef>
          <a:spcPct val="0"/>
        </a:spcBef>
        <a:buNone/>
        <a:defRPr lang="ru-RU" sz="28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j-ea"/>
          <a:cs typeface="+mj-cs"/>
          <a:sym typeface="Montserrat" panose="00000500000000000000" pitchFamily="2" charset="-52"/>
        </a:defRPr>
      </a:lvl1pPr>
    </p:titleStyle>
    <p:bodyStyle>
      <a:lvl1pPr marL="0" indent="0" algn="l" defTabSz="91433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200" kern="1200" dirty="0">
          <a:solidFill>
            <a:schemeClr val="tx1"/>
          </a:solidFill>
          <a:latin typeface="+mj-lt"/>
          <a:ea typeface="+mn-ea"/>
          <a:cs typeface="Arial" panose="020B0604020202020204" pitchFamily="34" charset="0"/>
          <a:sym typeface="Montserrat" panose="00000500000000000000" pitchFamily="2" charset="-52"/>
        </a:defRPr>
      </a:lvl1pPr>
      <a:lvl2pPr marL="230380" indent="-226780" algn="l" defTabSz="91433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200" kern="1200" dirty="0">
          <a:solidFill>
            <a:schemeClr val="tx1"/>
          </a:solidFill>
          <a:latin typeface="+mj-lt"/>
          <a:ea typeface="+mn-ea"/>
          <a:cs typeface="+mn-cs"/>
          <a:sym typeface="Montserrat" panose="00000500000000000000" pitchFamily="2" charset="-52"/>
        </a:defRPr>
      </a:lvl2pPr>
      <a:lvl3pPr marL="468000" indent="-215982" algn="l" defTabSz="91433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200" kern="1200" dirty="0">
          <a:solidFill>
            <a:schemeClr val="tx1"/>
          </a:solidFill>
          <a:latin typeface="+mj-lt"/>
          <a:ea typeface="+mn-ea"/>
          <a:cs typeface="+mn-cs"/>
          <a:sym typeface="Montserrat" panose="00000500000000000000" pitchFamily="2" charset="-52"/>
        </a:defRPr>
      </a:lvl3pPr>
      <a:lvl4pPr marL="648000" indent="-151187" algn="l" defTabSz="91433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j-lt"/>
          <a:ea typeface="+mn-ea"/>
          <a:cs typeface="+mn-cs"/>
          <a:sym typeface="Montserrat" panose="00000500000000000000" pitchFamily="2" charset="-52"/>
        </a:defRPr>
      </a:lvl4pPr>
      <a:lvl5pPr marL="864000" indent="-147588" algn="l" defTabSz="91433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200" kern="1200" dirty="0">
          <a:solidFill>
            <a:schemeClr val="tx1"/>
          </a:solidFill>
          <a:latin typeface="+mj-lt"/>
          <a:ea typeface="+mn-ea"/>
          <a:cs typeface="+mn-cs"/>
          <a:sym typeface="Montserrat" panose="00000500000000000000" pitchFamily="2" charset="-52"/>
        </a:defRPr>
      </a:lvl5pPr>
      <a:lvl6pPr marL="1085774" indent="-171437" algn="l" defTabSz="914337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774" indent="-171437" algn="l" defTabSz="914337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774" indent="-171437" algn="l" defTabSz="914337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774" indent="-171437" algn="l" defTabSz="914337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8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7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05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73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41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10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76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44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69">
          <p15:clr>
            <a:srgbClr val="F26B43"/>
          </p15:clr>
        </p15:guide>
        <p15:guide id="6" pos="211">
          <p15:clr>
            <a:srgbClr val="F26B43"/>
          </p15:clr>
        </p15:guide>
        <p15:guide id="8" orient="horz" pos="436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422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Layout" Target="../slideLayouts/slideLayout56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1">
            <a:extLst>
              <a:ext uri="{FF2B5EF4-FFF2-40B4-BE49-F238E27FC236}">
                <a16:creationId xmlns:a16="http://schemas.microsoft.com/office/drawing/2014/main" id="{CAAF8F7B-7E85-FCC8-ED13-1CAD258B59AF}"/>
              </a:ext>
            </a:extLst>
          </p:cNvPr>
          <p:cNvSpPr txBox="1">
            <a:spLocks/>
          </p:cNvSpPr>
          <p:nvPr/>
        </p:nvSpPr>
        <p:spPr>
          <a:xfrm>
            <a:off x="349810" y="719310"/>
            <a:ext cx="11655923" cy="7381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33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600" b="1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j-ea"/>
                <a:cs typeface="+mj-cs"/>
                <a:sym typeface="Montserrat" panose="00000500000000000000" pitchFamily="2" charset="-52"/>
              </a:defRPr>
            </a:lvl1pPr>
          </a:lstStyle>
          <a:p>
            <a:pPr lvl="0">
              <a:spcBef>
                <a:spcPts val="300"/>
              </a:spcBef>
              <a:defRPr/>
            </a:pPr>
            <a:r>
              <a:rPr lang="ru-RU" sz="2400" dirty="0"/>
              <a:t>       Образ результата: клиентский путь </a:t>
            </a:r>
            <a:br>
              <a:rPr lang="ru-RU" sz="2400" dirty="0"/>
            </a:br>
            <a:r>
              <a:rPr lang="ru-RU" sz="2400" dirty="0"/>
              <a:t>в соответствии с видением, декомпозиция на инициативы</a:t>
            </a:r>
            <a:endParaRPr lang="ru-RU" sz="2400" dirty="0">
              <a:solidFill>
                <a:schemeClr val="accent6">
                  <a:lumMod val="10000"/>
                </a:schemeClr>
              </a:solidFill>
              <a:latin typeface="SB Sans Display" panose="020B0503040504020204" pitchFamily="34" charset="0"/>
              <a:ea typeface="SB Sans Display Bold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66" name="Скругленный прямоугольник 65">
            <a:extLst>
              <a:ext uri="{FF2B5EF4-FFF2-40B4-BE49-F238E27FC236}">
                <a16:creationId xmlns:a16="http://schemas.microsoft.com/office/drawing/2014/main" id="{E1B6F389-F703-C181-1563-23312502DF67}"/>
              </a:ext>
            </a:extLst>
          </p:cNvPr>
          <p:cNvSpPr/>
          <p:nvPr/>
        </p:nvSpPr>
        <p:spPr>
          <a:xfrm>
            <a:off x="328210" y="708556"/>
            <a:ext cx="475168" cy="319065"/>
          </a:xfrm>
          <a:prstGeom prst="roundRect">
            <a:avLst/>
          </a:prstGeom>
          <a:solidFill>
            <a:schemeClr val="tx1"/>
          </a:solidFill>
          <a:ln w="12700" cap="sq">
            <a:solidFill>
              <a:schemeClr val="bg1"/>
            </a:solidFill>
            <a:miter lim="800000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rgbClr val="FFFFFF"/>
                </a:solidFill>
                <a:latin typeface="SB Sans Display"/>
              </a:rPr>
              <a:t>ОР</a:t>
            </a:r>
          </a:p>
        </p:txBody>
      </p:sp>
      <p:sp>
        <p:nvSpPr>
          <p:cNvPr id="111" name="Заголовок 1">
            <a:extLst>
              <a:ext uri="{FF2B5EF4-FFF2-40B4-BE49-F238E27FC236}">
                <a16:creationId xmlns:a16="http://schemas.microsoft.com/office/drawing/2014/main" id="{CAAF8F7B-7E85-FCC8-ED13-1CAD258B59AF}"/>
              </a:ext>
            </a:extLst>
          </p:cNvPr>
          <p:cNvSpPr txBox="1">
            <a:spLocks/>
          </p:cNvSpPr>
          <p:nvPr/>
        </p:nvSpPr>
        <p:spPr>
          <a:xfrm>
            <a:off x="1112657" y="829793"/>
            <a:ext cx="11655923" cy="7381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33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600" b="1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j-ea"/>
                <a:cs typeface="+mj-cs"/>
                <a:sym typeface="Montserrat" panose="00000500000000000000" pitchFamily="2" charset="-52"/>
              </a:defRPr>
            </a:lvl1pPr>
          </a:lstStyle>
          <a:p>
            <a:pPr lvl="0">
              <a:spcBef>
                <a:spcPts val="300"/>
              </a:spcBef>
              <a:defRPr/>
            </a:pPr>
            <a:endParaRPr lang="ru-RU" sz="2400" dirty="0">
              <a:solidFill>
                <a:schemeClr val="accent6">
                  <a:lumMod val="10000"/>
                </a:schemeClr>
              </a:solidFill>
              <a:latin typeface="SB Sans Display" panose="020B0503040504020204" pitchFamily="34" charset="0"/>
              <a:ea typeface="SB Sans Display Bold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260B590-88A5-6676-6DED-B2EBFE445BB8}"/>
              </a:ext>
            </a:extLst>
          </p:cNvPr>
          <p:cNvSpPr txBox="1"/>
          <p:nvPr/>
        </p:nvSpPr>
        <p:spPr>
          <a:xfrm>
            <a:off x="6580290" y="712083"/>
            <a:ext cx="5283500" cy="578882"/>
          </a:xfrm>
          <a:prstGeom prst="round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 Bold"/>
                <a:ea typeface="+mn-ea"/>
                <a:cs typeface="+mn-cs"/>
              </a:rPr>
              <a:t>Сегмент: </a:t>
            </a:r>
            <a:r>
              <a:rPr lang="en-US" sz="1400" dirty="0" smtClean="0">
                <a:solidFill>
                  <a:srgbClr val="000000"/>
                </a:solidFill>
                <a:latin typeface="SB Sans Display"/>
              </a:rPr>
              <a:t>[</a:t>
            </a:r>
            <a:r>
              <a:rPr lang="ru-RU" sz="1400" dirty="0" smtClean="0">
                <a:solidFill>
                  <a:srgbClr val="000000"/>
                </a:solidFill>
                <a:latin typeface="SB Sans Display"/>
              </a:rPr>
              <a:t>указать сегмент</a:t>
            </a:r>
            <a:r>
              <a:rPr lang="en-US" sz="1400" dirty="0" smtClean="0">
                <a:solidFill>
                  <a:srgbClr val="000000"/>
                </a:solidFill>
                <a:latin typeface="SB Sans Display"/>
              </a:rPr>
              <a:t>]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 Bold"/>
                <a:ea typeface="+mn-ea"/>
                <a:cs typeface="+mn-cs"/>
              </a:rPr>
              <a:t>Сценарий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"/>
                <a:ea typeface="+mn-ea"/>
                <a:cs typeface="+mn-cs"/>
              </a:rPr>
              <a:t>: Клиент + ИИ</a:t>
            </a:r>
          </a:p>
        </p:txBody>
      </p:sp>
      <p:grpSp>
        <p:nvGrpSpPr>
          <p:cNvPr id="223" name="Группа 222"/>
          <p:cNvGrpSpPr/>
          <p:nvPr/>
        </p:nvGrpSpPr>
        <p:grpSpPr>
          <a:xfrm>
            <a:off x="9150036" y="142910"/>
            <a:ext cx="2950781" cy="302044"/>
            <a:chOff x="7629012" y="1996656"/>
            <a:chExt cx="1450345" cy="302044"/>
          </a:xfrm>
        </p:grpSpPr>
        <p:sp>
          <p:nvSpPr>
            <p:cNvPr id="224" name="Rectangle 1">
              <a:extLst>
                <a:ext uri="{FF2B5EF4-FFF2-40B4-BE49-F238E27FC236}">
                  <a16:creationId xmlns:a16="http://schemas.microsoft.com/office/drawing/2014/main" id="{DEB242F4-81FE-DFCA-F886-6396088ED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9012" y="2079967"/>
              <a:ext cx="1450345" cy="15658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altLang="ru-RU" sz="1100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Шаблон для автономного сценария</a:t>
              </a:r>
              <a:endParaRPr kumimoji="0" lang="ru-RU" altLang="ru-RU" sz="11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+mn-lt"/>
              </a:endParaRPr>
            </a:p>
          </p:txBody>
        </p:sp>
        <p:cxnSp>
          <p:nvCxnSpPr>
            <p:cNvPr id="225" name="Прямая соединительная линия 224"/>
            <p:cNvCxnSpPr/>
            <p:nvPr/>
          </p:nvCxnSpPr>
          <p:spPr>
            <a:xfrm>
              <a:off x="7690480" y="2298700"/>
              <a:ext cx="1327409" cy="0"/>
            </a:xfrm>
            <a:prstGeom prst="line">
              <a:avLst/>
            </a:prstGeom>
            <a:ln w="6350" cap="sq">
              <a:solidFill>
                <a:schemeClr val="accent6">
                  <a:lumMod val="50000"/>
                </a:schemeClr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Прямая соединительная линия 225"/>
            <p:cNvCxnSpPr/>
            <p:nvPr/>
          </p:nvCxnSpPr>
          <p:spPr>
            <a:xfrm>
              <a:off x="7690480" y="1996656"/>
              <a:ext cx="1327409" cy="0"/>
            </a:xfrm>
            <a:prstGeom prst="line">
              <a:avLst/>
            </a:prstGeom>
            <a:ln w="6350" cap="sq">
              <a:solidFill>
                <a:schemeClr val="accent6">
                  <a:lumMod val="50000"/>
                </a:schemeClr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D157832D-7E0B-7788-0A97-13968BAD02B6}"/>
              </a:ext>
            </a:extLst>
          </p:cNvPr>
          <p:cNvGrpSpPr/>
          <p:nvPr/>
        </p:nvGrpSpPr>
        <p:grpSpPr>
          <a:xfrm>
            <a:off x="1141811" y="1590049"/>
            <a:ext cx="10657818" cy="449674"/>
            <a:chOff x="1315247" y="2374596"/>
            <a:chExt cx="8720672" cy="449674"/>
          </a:xfrm>
        </p:grpSpPr>
        <p:sp>
          <p:nvSpPr>
            <p:cNvPr id="72" name="Freeform 16">
              <a:extLst>
                <a:ext uri="{FF2B5EF4-FFF2-40B4-BE49-F238E27FC236}">
                  <a16:creationId xmlns:a16="http://schemas.microsoft.com/office/drawing/2014/main" id="{BA7B6D82-0C11-2AB0-4B50-A8D9A9D56E40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gray">
            <a:xfrm>
              <a:off x="1315247" y="2374596"/>
              <a:ext cx="1810728" cy="449674"/>
            </a:xfrm>
            <a:prstGeom prst="chevron">
              <a:avLst>
                <a:gd name="adj" fmla="val 37356"/>
              </a:avLst>
            </a:prstGeom>
            <a:noFill/>
            <a:ln w="12700" cap="flat" cmpd="sng" algn="ctr">
              <a:gradFill flip="none" rotWithShape="1">
                <a:gsLst>
                  <a:gs pos="0">
                    <a:schemeClr val="bg1">
                      <a:alpha val="61000"/>
                    </a:schemeClr>
                  </a:gs>
                  <a:gs pos="17000">
                    <a:schemeClr val="accent5">
                      <a:lumMod val="75000"/>
                    </a:schemeClr>
                  </a:gs>
                </a:gsLst>
                <a:lin ang="0" scaled="1"/>
                <a:tileRect/>
              </a:gradFill>
              <a:prstDash val="solid"/>
            </a:ln>
            <a:effectLst/>
          </p:spPr>
          <p:txBody>
            <a:bodyPr rot="0" spcFirstLastPara="0" vertOverflow="overflow" horzOverflow="overflow" vert="horz" wrap="square" lIns="72000" tIns="0" rIns="72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80000"/>
                </a:lnSpc>
                <a:defRPr/>
              </a:pPr>
              <a:r>
                <a:rPr lang="ru-RU" sz="1000" dirty="0">
                  <a:solidFill>
                    <a:srgbClr val="000000"/>
                  </a:solidFill>
                  <a:latin typeface="SB Sans Display" panose="020B0503040504020204" pitchFamily="34" charset="0"/>
                  <a:ea typeface="SB Sans Display" panose="020B0503040504020204" pitchFamily="34" charset="0"/>
                </a:rPr>
                <a:t>Первичный контакт </a:t>
              </a:r>
              <a:br>
                <a:rPr lang="ru-RU" sz="1000" dirty="0">
                  <a:solidFill>
                    <a:srgbClr val="000000"/>
                  </a:solidFill>
                  <a:latin typeface="SB Sans Display" panose="020B0503040504020204" pitchFamily="34" charset="0"/>
                  <a:ea typeface="SB Sans Display" panose="020B0503040504020204" pitchFamily="34" charset="0"/>
                </a:rPr>
              </a:br>
              <a:r>
                <a:rPr lang="ru-RU" sz="1000" dirty="0">
                  <a:solidFill>
                    <a:srgbClr val="000000"/>
                  </a:solidFill>
                  <a:latin typeface="SB Sans Display" panose="020B0503040504020204" pitchFamily="34" charset="0"/>
                  <a:ea typeface="SB Sans Display" panose="020B0503040504020204" pitchFamily="34" charset="0"/>
                </a:rPr>
                <a:t>с клиентом</a:t>
              </a:r>
            </a:p>
          </p:txBody>
        </p:sp>
        <p:sp>
          <p:nvSpPr>
            <p:cNvPr id="73" name="Freeform 16">
              <a:extLst>
                <a:ext uri="{FF2B5EF4-FFF2-40B4-BE49-F238E27FC236}">
                  <a16:creationId xmlns:a16="http://schemas.microsoft.com/office/drawing/2014/main" id="{89E34514-A5B1-FDBE-63ED-3E2CF4DE091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gray">
            <a:xfrm>
              <a:off x="4770219" y="2374596"/>
              <a:ext cx="1810728" cy="449674"/>
            </a:xfrm>
            <a:prstGeom prst="chevron">
              <a:avLst>
                <a:gd name="adj" fmla="val 37356"/>
              </a:avLst>
            </a:prstGeom>
            <a:noFill/>
            <a:ln w="12700" cap="flat" cmpd="sng" algn="ctr">
              <a:gradFill flip="none" rotWithShape="1">
                <a:gsLst>
                  <a:gs pos="0">
                    <a:schemeClr val="bg1">
                      <a:alpha val="61000"/>
                    </a:schemeClr>
                  </a:gs>
                  <a:gs pos="17000">
                    <a:schemeClr val="accent5">
                      <a:lumMod val="75000"/>
                    </a:schemeClr>
                  </a:gs>
                </a:gsLst>
                <a:lin ang="0" scaled="1"/>
                <a:tileRect/>
              </a:gradFill>
              <a:prstDash val="solid"/>
            </a:ln>
            <a:effectLst/>
          </p:spPr>
          <p:txBody>
            <a:bodyPr rot="0" spcFirstLastPara="0" vertOverflow="overflow" horzOverflow="overflow" vert="horz" wrap="square" lIns="72000" tIns="0" rIns="72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80000"/>
                </a:lnSpc>
                <a:defRPr/>
              </a:pPr>
              <a:r>
                <a:rPr lang="ru-RU" sz="1000" dirty="0">
                  <a:solidFill>
                    <a:srgbClr val="000000"/>
                  </a:solidFill>
                  <a:latin typeface="SB Sans Display" panose="020B0503040504020204" pitchFamily="34" charset="0"/>
                  <a:ea typeface="SB Sans Display" panose="020B0503040504020204" pitchFamily="34" charset="0"/>
                </a:rPr>
                <a:t>Сборка </a:t>
              </a:r>
              <a:br>
                <a:rPr lang="ru-RU" sz="1000" dirty="0">
                  <a:solidFill>
                    <a:srgbClr val="000000"/>
                  </a:solidFill>
                  <a:latin typeface="SB Sans Display" panose="020B0503040504020204" pitchFamily="34" charset="0"/>
                  <a:ea typeface="SB Sans Display" panose="020B0503040504020204" pitchFamily="34" charset="0"/>
                </a:rPr>
              </a:br>
              <a:r>
                <a:rPr lang="ru-RU" sz="1000" dirty="0">
                  <a:solidFill>
                    <a:srgbClr val="000000"/>
                  </a:solidFill>
                  <a:latin typeface="SB Sans Display" panose="020B0503040504020204" pitchFamily="34" charset="0"/>
                  <a:ea typeface="SB Sans Display" panose="020B0503040504020204" pitchFamily="34" charset="0"/>
                </a:rPr>
                <a:t>предложения</a:t>
              </a:r>
            </a:p>
          </p:txBody>
        </p:sp>
        <p:sp>
          <p:nvSpPr>
            <p:cNvPr id="74" name="Freeform 16">
              <a:extLst>
                <a:ext uri="{FF2B5EF4-FFF2-40B4-BE49-F238E27FC236}">
                  <a16:creationId xmlns:a16="http://schemas.microsoft.com/office/drawing/2014/main" id="{977A484A-D299-AB18-6C4C-D64F5CEE832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gray">
            <a:xfrm>
              <a:off x="3042733" y="2374596"/>
              <a:ext cx="1810728" cy="449674"/>
            </a:xfrm>
            <a:prstGeom prst="chevron">
              <a:avLst>
                <a:gd name="adj" fmla="val 37932"/>
              </a:avLst>
            </a:prstGeom>
            <a:noFill/>
            <a:ln w="12700" cap="flat" cmpd="sng" algn="ctr">
              <a:gradFill flip="none" rotWithShape="1">
                <a:gsLst>
                  <a:gs pos="0">
                    <a:schemeClr val="bg1">
                      <a:alpha val="61000"/>
                    </a:schemeClr>
                  </a:gs>
                  <a:gs pos="17000">
                    <a:schemeClr val="accent5">
                      <a:lumMod val="75000"/>
                    </a:schemeClr>
                  </a:gs>
                </a:gsLst>
                <a:lin ang="0" scaled="1"/>
                <a:tileRect/>
              </a:gradFill>
              <a:prstDash val="solid"/>
            </a:ln>
            <a:effectLst/>
          </p:spPr>
          <p:txBody>
            <a:bodyPr rot="0" spcFirstLastPara="0" vertOverflow="overflow" horzOverflow="overflow" vert="horz" wrap="square" lIns="72000" tIns="0" rIns="72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80000"/>
                </a:lnSpc>
                <a:defRPr/>
              </a:pPr>
              <a:r>
                <a:rPr lang="ru-RU" sz="1000" dirty="0">
                  <a:solidFill>
                    <a:srgbClr val="000000"/>
                  </a:solidFill>
                  <a:latin typeface="SB Sans Display" panose="020B0503040504020204" pitchFamily="34" charset="0"/>
                  <a:ea typeface="SB Sans Display" panose="020B0503040504020204" pitchFamily="34" charset="0"/>
                </a:rPr>
                <a:t>Ответ на обращение</a:t>
              </a:r>
              <a:br>
                <a:rPr lang="ru-RU" sz="1000" dirty="0">
                  <a:solidFill>
                    <a:srgbClr val="000000"/>
                  </a:solidFill>
                  <a:latin typeface="SB Sans Display" panose="020B0503040504020204" pitchFamily="34" charset="0"/>
                  <a:ea typeface="SB Sans Display" panose="020B0503040504020204" pitchFamily="34" charset="0"/>
                </a:rPr>
              </a:br>
              <a:r>
                <a:rPr lang="ru-RU" sz="1000" dirty="0">
                  <a:solidFill>
                    <a:srgbClr val="000000"/>
                  </a:solidFill>
                  <a:latin typeface="SB Sans Display" panose="020B0503040504020204" pitchFamily="34" charset="0"/>
                  <a:ea typeface="SB Sans Display" panose="020B0503040504020204" pitchFamily="34" charset="0"/>
                </a:rPr>
                <a:t>клиента</a:t>
              </a:r>
            </a:p>
          </p:txBody>
        </p:sp>
        <p:sp>
          <p:nvSpPr>
            <p:cNvPr id="75" name="Freeform 16">
              <a:extLst>
                <a:ext uri="{FF2B5EF4-FFF2-40B4-BE49-F238E27FC236}">
                  <a16:creationId xmlns:a16="http://schemas.microsoft.com/office/drawing/2014/main" id="{21EC914C-0856-CCA9-0AB9-AB67B704535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gray">
            <a:xfrm>
              <a:off x="6497705" y="2374596"/>
              <a:ext cx="1810728" cy="449674"/>
            </a:xfrm>
            <a:prstGeom prst="chevron">
              <a:avLst>
                <a:gd name="adj" fmla="val 37356"/>
              </a:avLst>
            </a:prstGeom>
            <a:noFill/>
            <a:ln w="12700" cap="flat" cmpd="sng" algn="ctr">
              <a:gradFill flip="none" rotWithShape="1">
                <a:gsLst>
                  <a:gs pos="0">
                    <a:schemeClr val="bg1">
                      <a:alpha val="61000"/>
                    </a:schemeClr>
                  </a:gs>
                  <a:gs pos="17000">
                    <a:schemeClr val="accent5">
                      <a:lumMod val="75000"/>
                    </a:schemeClr>
                  </a:gs>
                </a:gsLst>
                <a:lin ang="0" scaled="1"/>
                <a:tileRect/>
              </a:gradFill>
              <a:prstDash val="solid"/>
            </a:ln>
            <a:effectLst/>
          </p:spPr>
          <p:txBody>
            <a:bodyPr rot="0" spcFirstLastPara="0" vertOverflow="overflow" horzOverflow="overflow" vert="horz" wrap="square" lIns="72000" tIns="0" rIns="72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000" dirty="0">
                  <a:solidFill>
                    <a:srgbClr val="000000"/>
                  </a:solidFill>
                  <a:latin typeface="SB Sans Display" panose="020B0503040504020204" pitchFamily="34" charset="0"/>
                  <a:ea typeface="SB Sans Display" panose="020B0503040504020204" pitchFamily="34" charset="0"/>
                </a:rPr>
                <a:t>Получения согласия от клиента</a:t>
              </a:r>
              <a:endPara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" panose="020B0503040504020204" pitchFamily="34" charset="0"/>
                <a:ea typeface="SB Sans Display" panose="020B0503040504020204" pitchFamily="34" charset="0"/>
                <a:cs typeface="+mn-cs"/>
              </a:endParaRPr>
            </a:p>
          </p:txBody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id="{4FB36A7F-3986-4924-27FB-B7BD0786113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 bwMode="gray">
            <a:xfrm>
              <a:off x="8225191" y="2374596"/>
              <a:ext cx="1810728" cy="449674"/>
            </a:xfrm>
            <a:prstGeom prst="chevron">
              <a:avLst>
                <a:gd name="adj" fmla="val 37356"/>
              </a:avLst>
            </a:prstGeom>
            <a:noFill/>
            <a:ln w="12700" cap="flat" cmpd="sng" algn="ctr">
              <a:gradFill flip="none" rotWithShape="1">
                <a:gsLst>
                  <a:gs pos="0">
                    <a:schemeClr val="bg1">
                      <a:alpha val="61000"/>
                    </a:schemeClr>
                  </a:gs>
                  <a:gs pos="17000">
                    <a:schemeClr val="accent5">
                      <a:lumMod val="75000"/>
                    </a:schemeClr>
                  </a:gs>
                </a:gsLst>
                <a:lin ang="0" scaled="1"/>
                <a:tileRect/>
              </a:gradFill>
              <a:prstDash val="solid"/>
            </a:ln>
            <a:effectLst/>
          </p:spPr>
          <p:txBody>
            <a:bodyPr rot="0" spcFirstLastPara="0" vertOverflow="overflow" horzOverflow="overflow" vert="horz" wrap="square" lIns="72000" tIns="0" rIns="72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80000"/>
                </a:lnSpc>
                <a:defRPr/>
              </a:pPr>
              <a:r>
                <a:rPr lang="ru-RU" sz="1000" dirty="0">
                  <a:solidFill>
                    <a:srgbClr val="000000"/>
                  </a:solidFill>
                  <a:latin typeface="SB Sans Display" panose="020B0503040504020204" pitchFamily="34" charset="0"/>
                  <a:ea typeface="SB Sans Display" panose="020B0503040504020204" pitchFamily="34" charset="0"/>
                </a:rPr>
                <a:t>Оформление</a:t>
              </a:r>
              <a:endPara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" panose="020B0503040504020204" pitchFamily="34" charset="0"/>
                <a:ea typeface="SB Sans Display" panose="020B0503040504020204" pitchFamily="34" charset="0"/>
                <a:cs typeface="+mn-cs"/>
              </a:endParaRPr>
            </a:p>
          </p:txBody>
        </p:sp>
      </p:grpSp>
      <p:sp>
        <p:nvSpPr>
          <p:cNvPr id="80" name="Текст 2">
            <a:extLst>
              <a:ext uri="{FF2B5EF4-FFF2-40B4-BE49-F238E27FC236}">
                <a16:creationId xmlns:a16="http://schemas.microsoft.com/office/drawing/2014/main" id="{9B2A945A-14D2-E477-95EB-8A1A0CFB9E9B}"/>
              </a:ext>
            </a:extLst>
          </p:cNvPr>
          <p:cNvSpPr txBox="1">
            <a:spLocks/>
          </p:cNvSpPr>
          <p:nvPr/>
        </p:nvSpPr>
        <p:spPr>
          <a:xfrm>
            <a:off x="1518027" y="262759"/>
            <a:ext cx="1027022" cy="3240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6"/>
            </a:solidFill>
          </a:ln>
        </p:spPr>
        <p:txBody>
          <a:bodyPr vert="horz" wrap="none" lIns="144000" tIns="0" rIns="144000" bIns="0" rtlCol="0">
            <a:noAutofit/>
          </a:bodyPr>
          <a:lstStyle>
            <a:defPPr>
              <a:defRPr lang="ru-RU"/>
            </a:defPPr>
            <a:lvl1pPr marR="0" lvl="0" indent="0" algn="ctr" defTabSz="914337" fontAlgn="auto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 kumimoji="0" sz="1600" b="0" i="0" u="none" strike="noStrike" cap="none" spc="0" normalizeH="0" baseline="0">
                <a:ln w="6350" cap="flat">
                  <a:noFill/>
                  <a:miter lim="800000"/>
                </a:ln>
                <a:solidFill>
                  <a:srgbClr val="D0D7DD">
                    <a:lumMod val="75000"/>
                  </a:srgbClr>
                </a:solidFill>
                <a:effectLst/>
                <a:uLnTx/>
                <a:uFillTx/>
                <a:latin typeface="SB Sans Display Light" panose="020B0303040504020204" pitchFamily="34" charset="0"/>
                <a:ea typeface="+mj-ea"/>
                <a:cs typeface="SB Sans Display Light" panose="020B0303040504020204" pitchFamily="34" charset="0"/>
              </a:defRPr>
            </a:lvl1pPr>
            <a:lvl2pPr marL="230380" indent="-226780" defTabSz="914337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2000">
                <a:solidFill>
                  <a:schemeClr val="accent6">
                    <a:lumMod val="75000"/>
                  </a:schemeClr>
                </a:solidFill>
                <a:latin typeface="+mj-lt"/>
              </a:defRPr>
            </a:lvl2pPr>
            <a:lvl3pPr marL="468000" indent="-215982" defTabSz="914337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2000">
                <a:solidFill>
                  <a:schemeClr val="accent6">
                    <a:lumMod val="75000"/>
                  </a:schemeClr>
                </a:solidFill>
                <a:latin typeface="+mj-lt"/>
              </a:defRPr>
            </a:lvl3pPr>
            <a:lvl4pPr marL="648000" indent="-151187" defTabSz="914337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6">
                    <a:lumMod val="75000"/>
                  </a:schemeClr>
                </a:solidFill>
                <a:latin typeface="+mj-lt"/>
              </a:defRPr>
            </a:lvl4pPr>
            <a:lvl5pPr marL="864000" indent="-147588" defTabSz="914337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2000">
                <a:solidFill>
                  <a:schemeClr val="accent6">
                    <a:lumMod val="75000"/>
                  </a:schemeClr>
                </a:solidFill>
                <a:latin typeface="+mj-lt"/>
              </a:defRPr>
            </a:lvl5pPr>
            <a:lvl6pPr marL="1085774" indent="-171437" defTabSz="91433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774" indent="-171437" defTabSz="91433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774" indent="-171437" defTabSz="91433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774" indent="-171437" defTabSz="91433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33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 w="6350" cap="flat">
                  <a:noFill/>
                  <a:miter lim="800000"/>
                </a:ln>
                <a:solidFill>
                  <a:srgbClr val="D0D7DD">
                    <a:lumMod val="75000"/>
                  </a:srgbClr>
                </a:solidFill>
                <a:effectLst/>
                <a:uLnTx/>
                <a:uFillTx/>
                <a:latin typeface="SB Sans Display Light" panose="020B0303040504020204" pitchFamily="34" charset="0"/>
                <a:ea typeface="+mj-ea"/>
                <a:cs typeface="SB Sans Display Light" panose="020B0303040504020204" pitchFamily="34" charset="0"/>
              </a:rPr>
              <a:t>что</a:t>
            </a:r>
          </a:p>
        </p:txBody>
      </p:sp>
      <p:sp>
        <p:nvSpPr>
          <p:cNvPr id="81" name="Текст 2">
            <a:extLst>
              <a:ext uri="{FF2B5EF4-FFF2-40B4-BE49-F238E27FC236}">
                <a16:creationId xmlns:a16="http://schemas.microsoft.com/office/drawing/2014/main" id="{F702671A-9719-4E59-4A6B-B54182774373}"/>
              </a:ext>
            </a:extLst>
          </p:cNvPr>
          <p:cNvSpPr txBox="1">
            <a:spLocks/>
          </p:cNvSpPr>
          <p:nvPr/>
        </p:nvSpPr>
        <p:spPr>
          <a:xfrm>
            <a:off x="2686243" y="262759"/>
            <a:ext cx="1027022" cy="32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</p:spPr>
        <p:txBody>
          <a:bodyPr vert="horz" wrap="none" lIns="144000" tIns="0" rIns="144000" bIns="0" rtlCol="0">
            <a:noAutofit/>
          </a:bodyPr>
          <a:lstStyle>
            <a:defPPr>
              <a:defRPr lang="ru-RU"/>
            </a:defPPr>
            <a:lvl1pPr marR="0" lvl="0" indent="0" algn="ctr" defTabSz="914337" fontAlgn="auto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 kumimoji="0" sz="1600" b="0" i="0" u="none" strike="noStrike" cap="none" spc="0" normalizeH="0" baseline="0">
                <a:ln w="6350" cap="flat">
                  <a:noFill/>
                  <a:miter lim="800000"/>
                </a:ln>
                <a:solidFill>
                  <a:srgbClr val="FFFFFF"/>
                </a:solidFill>
                <a:effectLst/>
                <a:uLnTx/>
                <a:uFillTx/>
                <a:latin typeface="SB Sans Display Light" panose="020B0303040504020204" pitchFamily="34" charset="0"/>
                <a:ea typeface="+mj-ea"/>
                <a:cs typeface="SB Sans Display Light" panose="020B0303040504020204" pitchFamily="34" charset="0"/>
              </a:defRPr>
            </a:lvl1pPr>
            <a:lvl2pPr marL="230380" indent="-226780" defTabSz="914337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2000">
                <a:solidFill>
                  <a:schemeClr val="accent6">
                    <a:lumMod val="75000"/>
                  </a:schemeClr>
                </a:solidFill>
                <a:latin typeface="+mj-lt"/>
              </a:defRPr>
            </a:lvl2pPr>
            <a:lvl3pPr marL="468000" indent="-215982" defTabSz="914337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2000">
                <a:solidFill>
                  <a:schemeClr val="accent6">
                    <a:lumMod val="75000"/>
                  </a:schemeClr>
                </a:solidFill>
                <a:latin typeface="+mj-lt"/>
              </a:defRPr>
            </a:lvl3pPr>
            <a:lvl4pPr marL="648000" indent="-151187" defTabSz="914337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6">
                    <a:lumMod val="75000"/>
                  </a:schemeClr>
                </a:solidFill>
                <a:latin typeface="+mj-lt"/>
              </a:defRPr>
            </a:lvl4pPr>
            <a:lvl5pPr marL="864000" indent="-147588" defTabSz="914337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2000">
                <a:solidFill>
                  <a:schemeClr val="accent6">
                    <a:lumMod val="75000"/>
                  </a:schemeClr>
                </a:solidFill>
                <a:latin typeface="+mj-lt"/>
              </a:defRPr>
            </a:lvl5pPr>
            <a:lvl6pPr marL="1085774" indent="-171437" defTabSz="91433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774" indent="-171437" defTabSz="91433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774" indent="-171437" defTabSz="91433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774" indent="-171437" defTabSz="91433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33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 w="6350" cap="flat">
                  <a:noFill/>
                  <a:miter lim="800000"/>
                </a:ln>
                <a:solidFill>
                  <a:srgbClr val="FFFFFF"/>
                </a:solidFill>
                <a:effectLst/>
                <a:uLnTx/>
                <a:uFillTx/>
                <a:latin typeface="SB Sans Display Light" panose="020B0303040504020204" pitchFamily="34" charset="0"/>
                <a:ea typeface="+mj-ea"/>
                <a:cs typeface="SB Sans Display Light" panose="020B0303040504020204" pitchFamily="34" charset="0"/>
                <a:sym typeface="Montserrat" panose="00000500000000000000" pitchFamily="2" charset="-52"/>
              </a:rPr>
              <a:t>как</a:t>
            </a:r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494AF818-F11A-24AE-135A-841F5FAB52D7}"/>
              </a:ext>
            </a:extLst>
          </p:cNvPr>
          <p:cNvSpPr txBox="1">
            <a:spLocks/>
          </p:cNvSpPr>
          <p:nvPr/>
        </p:nvSpPr>
        <p:spPr>
          <a:xfrm>
            <a:off x="349811" y="262759"/>
            <a:ext cx="1027022" cy="3240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6"/>
            </a:solidFill>
          </a:ln>
        </p:spPr>
        <p:txBody>
          <a:bodyPr vert="horz" wrap="none" lIns="144000" tIns="0" rIns="144000" bIns="0" rtlCol="0">
            <a:noAutofit/>
          </a:bodyPr>
          <a:lstStyle>
            <a:defPPr>
              <a:defRPr lang="ru-RU"/>
            </a:defPPr>
            <a:lvl1pPr marR="0" lvl="0" indent="0" algn="ctr" defTabSz="914337" fontAlgn="auto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 kumimoji="0" sz="1600" b="0" i="0" u="none" strike="noStrike" cap="none" spc="0" normalizeH="0" baseline="0">
                <a:ln w="6350" cap="flat">
                  <a:noFill/>
                  <a:miter lim="800000"/>
                </a:ln>
                <a:solidFill>
                  <a:srgbClr val="D0D7DD">
                    <a:lumMod val="75000"/>
                  </a:srgbClr>
                </a:solidFill>
                <a:effectLst/>
                <a:uLnTx/>
                <a:uFillTx/>
                <a:latin typeface="SB Sans Display Light" panose="020B0303040504020204" pitchFamily="34" charset="0"/>
                <a:ea typeface="+mj-ea"/>
                <a:cs typeface="SB Sans Display Light" panose="020B0303040504020204" pitchFamily="34" charset="0"/>
              </a:defRPr>
            </a:lvl1pPr>
            <a:lvl2pPr marL="230380" indent="-226780" defTabSz="914337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2000">
                <a:solidFill>
                  <a:schemeClr val="accent6">
                    <a:lumMod val="75000"/>
                  </a:schemeClr>
                </a:solidFill>
                <a:latin typeface="+mj-lt"/>
              </a:defRPr>
            </a:lvl2pPr>
            <a:lvl3pPr marL="468000" indent="-215982" defTabSz="914337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2000">
                <a:solidFill>
                  <a:schemeClr val="accent6">
                    <a:lumMod val="75000"/>
                  </a:schemeClr>
                </a:solidFill>
                <a:latin typeface="+mj-lt"/>
              </a:defRPr>
            </a:lvl3pPr>
            <a:lvl4pPr marL="648000" indent="-151187" defTabSz="914337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6">
                    <a:lumMod val="75000"/>
                  </a:schemeClr>
                </a:solidFill>
                <a:latin typeface="+mj-lt"/>
              </a:defRPr>
            </a:lvl4pPr>
            <a:lvl5pPr marL="864000" indent="-147588" defTabSz="914337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2000">
                <a:solidFill>
                  <a:schemeClr val="accent6">
                    <a:lumMod val="75000"/>
                  </a:schemeClr>
                </a:solidFill>
                <a:latin typeface="+mj-lt"/>
              </a:defRPr>
            </a:lvl5pPr>
            <a:lvl6pPr marL="1085774" indent="-171437" defTabSz="91433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774" indent="-171437" defTabSz="91433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774" indent="-171437" defTabSz="91433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774" indent="-171437" defTabSz="91433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33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 w="6350" cap="flat">
                  <a:noFill/>
                  <a:miter lim="800000"/>
                </a:ln>
                <a:solidFill>
                  <a:srgbClr val="D0D7DD">
                    <a:lumMod val="75000"/>
                  </a:srgbClr>
                </a:solidFill>
                <a:effectLst/>
                <a:uLnTx/>
                <a:uFillTx/>
                <a:latin typeface="SB Sans Display Light" panose="020B0303040504020204" pitchFamily="34" charset="0"/>
                <a:ea typeface="+mj-ea"/>
                <a:cs typeface="SB Sans Display Light" panose="020B0303040504020204" pitchFamily="34" charset="0"/>
              </a:rPr>
              <a:t>зачем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3BF5E6-045D-D23B-6D23-2576F15156DF}"/>
              </a:ext>
            </a:extLst>
          </p:cNvPr>
          <p:cNvSpPr txBox="1"/>
          <p:nvPr/>
        </p:nvSpPr>
        <p:spPr>
          <a:xfrm>
            <a:off x="5522397" y="5147185"/>
            <a:ext cx="2378625" cy="26161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100" dirty="0" err="1" smtClean="0">
                <a:solidFill>
                  <a:srgbClr val="000000"/>
                </a:solidFill>
              </a:rPr>
              <a:t>tbd</a:t>
            </a:r>
            <a:endParaRPr lang="ru-RU" sz="1100" dirty="0">
              <a:solidFill>
                <a:srgbClr val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CD0213-267A-6EB8-E81D-01A77DE84430}"/>
              </a:ext>
            </a:extLst>
          </p:cNvPr>
          <p:cNvSpPr txBox="1"/>
          <p:nvPr/>
        </p:nvSpPr>
        <p:spPr>
          <a:xfrm>
            <a:off x="7954964" y="5147185"/>
            <a:ext cx="1631716" cy="26161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>
            <a:defPPr>
              <a:defRPr lang="ru-RU"/>
            </a:defPPr>
            <a:lvl1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00000"/>
                </a:solidFill>
              </a:defRPr>
            </a:lvl1pPr>
          </a:lstStyle>
          <a:p>
            <a:r>
              <a:rPr lang="en-US" dirty="0" err="1" smtClean="0"/>
              <a:t>tbd</a:t>
            </a:r>
            <a:endParaRPr lang="ru-RU" dirty="0"/>
          </a:p>
        </p:txBody>
      </p:sp>
      <p:sp>
        <p:nvSpPr>
          <p:cNvPr id="4" name="Скругленный прямоугольник 197">
            <a:extLst>
              <a:ext uri="{FF2B5EF4-FFF2-40B4-BE49-F238E27FC236}">
                <a16:creationId xmlns:a16="http://schemas.microsoft.com/office/drawing/2014/main" id="{73E1D598-EB7B-FFB3-6FE0-9541732A3C16}"/>
              </a:ext>
            </a:extLst>
          </p:cNvPr>
          <p:cNvSpPr/>
          <p:nvPr/>
        </p:nvSpPr>
        <p:spPr>
          <a:xfrm>
            <a:off x="7954963" y="3574107"/>
            <a:ext cx="1677408" cy="371748"/>
          </a:xfrm>
          <a:prstGeom prst="roundRect">
            <a:avLst/>
          </a:prstGeom>
          <a:solidFill>
            <a:schemeClr val="bg1"/>
          </a:solidFill>
          <a:ln w="12700" cap="sq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B Sans Display"/>
                <a:ea typeface="+mn-ea"/>
                <a:cs typeface="+mn-cs"/>
              </a:rPr>
              <a:t>…</a:t>
            </a:r>
          </a:p>
        </p:txBody>
      </p:sp>
      <p:sp>
        <p:nvSpPr>
          <p:cNvPr id="5" name="Скругленный прямоугольник 198">
            <a:extLst>
              <a:ext uri="{FF2B5EF4-FFF2-40B4-BE49-F238E27FC236}">
                <a16:creationId xmlns:a16="http://schemas.microsoft.com/office/drawing/2014/main" id="{2F501F2A-4114-087B-7031-556ECCBD0C46}"/>
              </a:ext>
            </a:extLst>
          </p:cNvPr>
          <p:cNvSpPr/>
          <p:nvPr/>
        </p:nvSpPr>
        <p:spPr>
          <a:xfrm>
            <a:off x="9686314" y="3574107"/>
            <a:ext cx="2138541" cy="371748"/>
          </a:xfrm>
          <a:prstGeom prst="roundRect">
            <a:avLst/>
          </a:prstGeom>
          <a:solidFill>
            <a:schemeClr val="bg1"/>
          </a:solidFill>
          <a:ln w="12700" cap="sq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ru-RU" sz="1600" dirty="0">
                <a:solidFill>
                  <a:srgbClr val="FFFFFF"/>
                </a:solidFill>
                <a:latin typeface="SB Sans Display"/>
              </a:rPr>
              <a:t>…</a:t>
            </a:r>
          </a:p>
        </p:txBody>
      </p:sp>
      <p:sp>
        <p:nvSpPr>
          <p:cNvPr id="6" name="Скругленный прямоугольник 1">
            <a:extLst>
              <a:ext uri="{FF2B5EF4-FFF2-40B4-BE49-F238E27FC236}">
                <a16:creationId xmlns:a16="http://schemas.microsoft.com/office/drawing/2014/main" id="{2B31C5FD-F27F-B951-B8C4-C5BE0375344F}"/>
              </a:ext>
            </a:extLst>
          </p:cNvPr>
          <p:cNvSpPr/>
          <p:nvPr/>
        </p:nvSpPr>
        <p:spPr>
          <a:xfrm>
            <a:off x="1282478" y="3574107"/>
            <a:ext cx="2045807" cy="371748"/>
          </a:xfrm>
          <a:prstGeom prst="roundRect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dirty="0" err="1" smtClean="0">
                <a:solidFill>
                  <a:schemeClr val="bg1"/>
                </a:solidFill>
              </a:rPr>
              <a:t>tbd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4" name="Скругленный прямоугольник 8">
            <a:extLst>
              <a:ext uri="{FF2B5EF4-FFF2-40B4-BE49-F238E27FC236}">
                <a16:creationId xmlns:a16="http://schemas.microsoft.com/office/drawing/2014/main" id="{28CE8AAB-E137-0844-F2A8-8B67EE109CE4}"/>
              </a:ext>
            </a:extLst>
          </p:cNvPr>
          <p:cNvSpPr/>
          <p:nvPr/>
        </p:nvSpPr>
        <p:spPr>
          <a:xfrm>
            <a:off x="5460411" y="3574107"/>
            <a:ext cx="2440609" cy="371748"/>
          </a:xfrm>
          <a:prstGeom prst="roundRect">
            <a:avLst/>
          </a:prstGeom>
          <a:solidFill>
            <a:schemeClr val="bg1"/>
          </a:solidFill>
          <a:ln w="12700" cap="sq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B Sans Display"/>
                <a:ea typeface="+mn-ea"/>
                <a:cs typeface="+mn-cs"/>
              </a:rPr>
              <a:t>…</a:t>
            </a:r>
          </a:p>
        </p:txBody>
      </p:sp>
      <p:sp>
        <p:nvSpPr>
          <p:cNvPr id="16" name="Скругленный прямоугольник 9">
            <a:extLst>
              <a:ext uri="{FF2B5EF4-FFF2-40B4-BE49-F238E27FC236}">
                <a16:creationId xmlns:a16="http://schemas.microsoft.com/office/drawing/2014/main" id="{37A1AF99-751F-FA97-21D5-49E666D6F1DF}"/>
              </a:ext>
            </a:extLst>
          </p:cNvPr>
          <p:cNvSpPr/>
          <p:nvPr/>
        </p:nvSpPr>
        <p:spPr>
          <a:xfrm>
            <a:off x="3383047" y="3574107"/>
            <a:ext cx="2023423" cy="371748"/>
          </a:xfrm>
          <a:prstGeom prst="roundRect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dirty="0" err="1" smtClean="0">
                <a:solidFill>
                  <a:schemeClr val="bg1"/>
                </a:solidFill>
              </a:rPr>
              <a:t>tbd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8" name="Скругленный прямоугольник 202">
            <a:extLst>
              <a:ext uri="{FF2B5EF4-FFF2-40B4-BE49-F238E27FC236}">
                <a16:creationId xmlns:a16="http://schemas.microsoft.com/office/drawing/2014/main" id="{67173337-7E25-FAF3-89F0-B298FD9D6894}"/>
              </a:ext>
            </a:extLst>
          </p:cNvPr>
          <p:cNvSpPr/>
          <p:nvPr/>
        </p:nvSpPr>
        <p:spPr>
          <a:xfrm>
            <a:off x="1295853" y="4694659"/>
            <a:ext cx="1979484" cy="371748"/>
          </a:xfrm>
          <a:prstGeom prst="roundRect">
            <a:avLst/>
          </a:prstGeom>
          <a:solidFill>
            <a:schemeClr val="bg1"/>
          </a:solidFill>
          <a:ln w="12700" cap="sq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ru-RU" sz="600" dirty="0">
              <a:solidFill>
                <a:srgbClr val="000000"/>
              </a:solidFill>
            </a:endParaRPr>
          </a:p>
        </p:txBody>
      </p:sp>
      <p:sp>
        <p:nvSpPr>
          <p:cNvPr id="19" name="Скругленный прямоугольник 206">
            <a:extLst>
              <a:ext uri="{FF2B5EF4-FFF2-40B4-BE49-F238E27FC236}">
                <a16:creationId xmlns:a16="http://schemas.microsoft.com/office/drawing/2014/main" id="{CA4FD132-5B21-9ECF-CE76-0ADA68D9E25D}"/>
              </a:ext>
            </a:extLst>
          </p:cNvPr>
          <p:cNvSpPr/>
          <p:nvPr/>
        </p:nvSpPr>
        <p:spPr>
          <a:xfrm>
            <a:off x="5522396" y="4694659"/>
            <a:ext cx="4109975" cy="371748"/>
          </a:xfrm>
          <a:prstGeom prst="roundRect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dirty="0" err="1" smtClean="0">
                <a:solidFill>
                  <a:schemeClr val="bg1"/>
                </a:solidFill>
              </a:rPr>
              <a:t>tbd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20" name="Скругленный прямоугольник 6">
            <a:extLst>
              <a:ext uri="{FF2B5EF4-FFF2-40B4-BE49-F238E27FC236}">
                <a16:creationId xmlns:a16="http://schemas.microsoft.com/office/drawing/2014/main" id="{876B7BF5-F657-C4B6-4CC7-DC9D858F67CE}"/>
              </a:ext>
            </a:extLst>
          </p:cNvPr>
          <p:cNvSpPr/>
          <p:nvPr/>
        </p:nvSpPr>
        <p:spPr>
          <a:xfrm>
            <a:off x="9686314" y="4698774"/>
            <a:ext cx="2138541" cy="371748"/>
          </a:xfrm>
          <a:prstGeom prst="roundRect">
            <a:avLst/>
          </a:prstGeom>
          <a:solidFill>
            <a:schemeClr val="bg1"/>
          </a:solidFill>
          <a:ln w="12700" cap="sq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ru-RU" sz="1600" dirty="0">
                <a:solidFill>
                  <a:srgbClr val="FFFFFF"/>
                </a:solidFill>
                <a:latin typeface="SB Sans Display"/>
              </a:rPr>
              <a:t>…</a:t>
            </a:r>
          </a:p>
        </p:txBody>
      </p:sp>
      <p:sp>
        <p:nvSpPr>
          <p:cNvPr id="21" name="Скругленный прямоугольник 7">
            <a:extLst>
              <a:ext uri="{FF2B5EF4-FFF2-40B4-BE49-F238E27FC236}">
                <a16:creationId xmlns:a16="http://schemas.microsoft.com/office/drawing/2014/main" id="{F04310B6-2FB9-F9C6-D16F-AB60D75B70B6}"/>
              </a:ext>
            </a:extLst>
          </p:cNvPr>
          <p:cNvSpPr/>
          <p:nvPr/>
        </p:nvSpPr>
        <p:spPr>
          <a:xfrm>
            <a:off x="3423697" y="4694659"/>
            <a:ext cx="1950341" cy="371748"/>
          </a:xfrm>
          <a:prstGeom prst="roundRect">
            <a:avLst/>
          </a:prstGeom>
          <a:solidFill>
            <a:schemeClr val="bg1"/>
          </a:solidFill>
          <a:ln w="12700" cap="sq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ru-RU" sz="600" dirty="0">
              <a:solidFill>
                <a:srgbClr val="000000"/>
              </a:solidFill>
            </a:endParaRPr>
          </a:p>
        </p:txBody>
      </p:sp>
      <p:sp>
        <p:nvSpPr>
          <p:cNvPr id="22" name="Прямоугольник: скругленные углы 86">
            <a:extLst>
              <a:ext uri="{FF2B5EF4-FFF2-40B4-BE49-F238E27FC236}">
                <a16:creationId xmlns:a16="http://schemas.microsoft.com/office/drawing/2014/main" id="{443DE1BB-916E-585C-477B-B35701693429}"/>
              </a:ext>
            </a:extLst>
          </p:cNvPr>
          <p:cNvSpPr/>
          <p:nvPr/>
        </p:nvSpPr>
        <p:spPr>
          <a:xfrm>
            <a:off x="1112657" y="2185740"/>
            <a:ext cx="10774543" cy="1170761"/>
          </a:xfrm>
          <a:prstGeom prst="roundRect">
            <a:avLst>
              <a:gd name="adj" fmla="val 4917"/>
            </a:avLst>
          </a:prstGeom>
          <a:solidFill>
            <a:srgbClr val="F3E5FD">
              <a:alpha val="83137"/>
            </a:srgb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  <a:ea typeface="+mn-ea"/>
              <a:cs typeface="+mn-cs"/>
            </a:endParaRPr>
          </a:p>
        </p:txBody>
      </p:sp>
      <p:sp>
        <p:nvSpPr>
          <p:cNvPr id="23" name="Скругленный прямоугольник 114">
            <a:extLst>
              <a:ext uri="{FF2B5EF4-FFF2-40B4-BE49-F238E27FC236}">
                <a16:creationId xmlns:a16="http://schemas.microsoft.com/office/drawing/2014/main" id="{50B16C18-14EA-8629-84BD-978E3A39BB83}"/>
              </a:ext>
            </a:extLst>
          </p:cNvPr>
          <p:cNvSpPr/>
          <p:nvPr/>
        </p:nvSpPr>
        <p:spPr>
          <a:xfrm>
            <a:off x="3383048" y="2248472"/>
            <a:ext cx="2023423" cy="1044000"/>
          </a:xfrm>
          <a:prstGeom prst="roundRect">
            <a:avLst>
              <a:gd name="adj" fmla="val 6630"/>
            </a:avLst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B Sans Display"/>
                <a:ea typeface="+mn-ea"/>
                <a:cs typeface="+mn-cs"/>
              </a:rPr>
              <a:t>tbd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B Sans Display"/>
              <a:ea typeface="+mn-ea"/>
              <a:cs typeface="+mn-cs"/>
            </a:endParaRPr>
          </a:p>
        </p:txBody>
      </p:sp>
      <p:sp>
        <p:nvSpPr>
          <p:cNvPr id="24" name="Скругленный прямоугольник 116">
            <a:extLst>
              <a:ext uri="{FF2B5EF4-FFF2-40B4-BE49-F238E27FC236}">
                <a16:creationId xmlns:a16="http://schemas.microsoft.com/office/drawing/2014/main" id="{3CE097C3-2817-4E9A-895B-AE28C2B4699D}"/>
              </a:ext>
            </a:extLst>
          </p:cNvPr>
          <p:cNvSpPr/>
          <p:nvPr/>
        </p:nvSpPr>
        <p:spPr>
          <a:xfrm>
            <a:off x="7954963" y="2248472"/>
            <a:ext cx="1677409" cy="1044000"/>
          </a:xfrm>
          <a:prstGeom prst="roundRect">
            <a:avLst>
              <a:gd name="adj" fmla="val 6630"/>
            </a:avLst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050" dirty="0" err="1" smtClean="0">
                <a:solidFill>
                  <a:schemeClr val="tx1"/>
                </a:solidFill>
              </a:rPr>
              <a:t>tbd</a:t>
            </a:r>
            <a:endParaRPr lang="ru-RU" sz="1050" dirty="0">
              <a:solidFill>
                <a:schemeClr val="tx1"/>
              </a:solidFill>
            </a:endParaRPr>
          </a:p>
        </p:txBody>
      </p:sp>
      <p:sp>
        <p:nvSpPr>
          <p:cNvPr id="25" name="Скругленный прямоугольник 119">
            <a:extLst>
              <a:ext uri="{FF2B5EF4-FFF2-40B4-BE49-F238E27FC236}">
                <a16:creationId xmlns:a16="http://schemas.microsoft.com/office/drawing/2014/main" id="{4C63B2AD-3EF8-D83B-0B65-B5A19DFBFB12}"/>
              </a:ext>
            </a:extLst>
          </p:cNvPr>
          <p:cNvSpPr/>
          <p:nvPr/>
        </p:nvSpPr>
        <p:spPr>
          <a:xfrm>
            <a:off x="9688408" y="2248472"/>
            <a:ext cx="2136447" cy="1044000"/>
          </a:xfrm>
          <a:prstGeom prst="roundRect">
            <a:avLst>
              <a:gd name="adj" fmla="val 6630"/>
            </a:avLst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050" dirty="0" err="1" smtClean="0">
                <a:solidFill>
                  <a:schemeClr val="tx1"/>
                </a:solidFill>
              </a:rPr>
              <a:t>tbd</a:t>
            </a:r>
            <a:endParaRPr lang="ru-RU" sz="1050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3A2C3F-BDCA-744F-E5DD-3D41C55CD734}"/>
              </a:ext>
            </a:extLst>
          </p:cNvPr>
          <p:cNvSpPr txBox="1"/>
          <p:nvPr/>
        </p:nvSpPr>
        <p:spPr>
          <a:xfrm>
            <a:off x="114300" y="2306951"/>
            <a:ext cx="1027510" cy="28084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 Bold"/>
                <a:ea typeface="+mn-ea"/>
                <a:cs typeface="+mn-cs"/>
              </a:rPr>
              <a:t>Целевой опыт клиента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FB5782-7988-FAE7-7606-D79F83A40AEA}"/>
              </a:ext>
            </a:extLst>
          </p:cNvPr>
          <p:cNvSpPr txBox="1"/>
          <p:nvPr/>
        </p:nvSpPr>
        <p:spPr>
          <a:xfrm>
            <a:off x="114300" y="3635542"/>
            <a:ext cx="1027510" cy="28084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 Bold"/>
                <a:ea typeface="+mn-ea"/>
                <a:cs typeface="+mn-cs"/>
              </a:rPr>
              <a:t>Сделано </a:t>
            </a:r>
            <a:b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 Bold"/>
                <a:ea typeface="+mn-ea"/>
                <a:cs typeface="+mn-cs"/>
              </a:rPr>
            </a:b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 Bold"/>
                <a:ea typeface="+mn-ea"/>
                <a:cs typeface="+mn-cs"/>
              </a:rPr>
              <a:t>в 2025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90C6AC-F0C6-38E7-B4A5-54BB36B747B3}"/>
              </a:ext>
            </a:extLst>
          </p:cNvPr>
          <p:cNvSpPr txBox="1"/>
          <p:nvPr/>
        </p:nvSpPr>
        <p:spPr>
          <a:xfrm>
            <a:off x="114300" y="4621609"/>
            <a:ext cx="1027510" cy="28084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 Bold"/>
                <a:ea typeface="+mn-ea"/>
                <a:cs typeface="+mn-cs"/>
              </a:rPr>
              <a:t>Инициативы 2026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B7C043-88A3-3281-D04A-204ECF9E8106}"/>
              </a:ext>
            </a:extLst>
          </p:cNvPr>
          <p:cNvSpPr txBox="1"/>
          <p:nvPr/>
        </p:nvSpPr>
        <p:spPr>
          <a:xfrm>
            <a:off x="114300" y="6173051"/>
            <a:ext cx="1027510" cy="41549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 Bold"/>
                <a:ea typeface="+mn-ea"/>
                <a:cs typeface="+mn-cs"/>
              </a:rPr>
              <a:t>За </a:t>
            </a:r>
            <a:r>
              <a:rPr kumimoji="0" lang="ru-RU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 Bold"/>
                <a:ea typeface="+mn-ea"/>
                <a:cs typeface="+mn-cs"/>
              </a:rPr>
              <a:t>скоупом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 Bold"/>
                <a:ea typeface="+mn-ea"/>
                <a:cs typeface="+mn-cs"/>
              </a:rPr>
              <a:t> Программы в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 Bold"/>
                <a:ea typeface="+mn-ea"/>
                <a:cs typeface="+mn-cs"/>
              </a:rPr>
              <a:t> 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 Bold"/>
                <a:ea typeface="+mn-ea"/>
                <a:cs typeface="+mn-cs"/>
              </a:rPr>
              <a:t>2026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5AEFC2-0153-31EE-26DC-43535A73006A}"/>
              </a:ext>
            </a:extLst>
          </p:cNvPr>
          <p:cNvSpPr txBox="1"/>
          <p:nvPr/>
        </p:nvSpPr>
        <p:spPr>
          <a:xfrm>
            <a:off x="114300" y="4940087"/>
            <a:ext cx="792000" cy="27699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" panose="020B0503040504020204" pitchFamily="34" charset="0"/>
                <a:ea typeface="SB Sans Display" panose="020B0503040504020204" pitchFamily="34" charset="0"/>
                <a:cs typeface="+mn-cs"/>
              </a:rPr>
              <a:t>образ результата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2D2F8B-12D2-13BC-DE81-3188382A8B23}"/>
              </a:ext>
            </a:extLst>
          </p:cNvPr>
          <p:cNvSpPr txBox="1"/>
          <p:nvPr/>
        </p:nvSpPr>
        <p:spPr>
          <a:xfrm>
            <a:off x="114300" y="1700423"/>
            <a:ext cx="652501" cy="28084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Sans Display Bold"/>
                <a:ea typeface="+mn-ea"/>
                <a:cs typeface="+mn-cs"/>
              </a:rPr>
              <a:t>Этапы пути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  <a:ea typeface="+mn-ea"/>
              <a:cs typeface="+mn-cs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C8D294B-2D84-7839-3F30-D95AFF1B787A}"/>
              </a:ext>
            </a:extLst>
          </p:cNvPr>
          <p:cNvGrpSpPr/>
          <p:nvPr/>
        </p:nvGrpSpPr>
        <p:grpSpPr>
          <a:xfrm>
            <a:off x="114300" y="2105576"/>
            <a:ext cx="867093" cy="3768333"/>
            <a:chOff x="349810" y="2105576"/>
            <a:chExt cx="631583" cy="3768333"/>
          </a:xfrm>
        </p:grpSpPr>
        <p:cxnSp>
          <p:nvCxnSpPr>
            <p:cNvPr id="33" name="Прямая соединительная линия 188">
              <a:extLst>
                <a:ext uri="{FF2B5EF4-FFF2-40B4-BE49-F238E27FC236}">
                  <a16:creationId xmlns:a16="http://schemas.microsoft.com/office/drawing/2014/main" id="{C2905BDB-8F67-5F9E-FBB1-A436EB3470D0}"/>
                </a:ext>
              </a:extLst>
            </p:cNvPr>
            <p:cNvCxnSpPr/>
            <p:nvPr/>
          </p:nvCxnSpPr>
          <p:spPr>
            <a:xfrm>
              <a:off x="349810" y="3466175"/>
              <a:ext cx="631583" cy="0"/>
            </a:xfrm>
            <a:prstGeom prst="line">
              <a:avLst/>
            </a:prstGeom>
            <a:ln w="6350" cap="sq">
              <a:solidFill>
                <a:schemeClr val="accent6">
                  <a:lumMod val="75000"/>
                </a:schemeClr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189">
              <a:extLst>
                <a:ext uri="{FF2B5EF4-FFF2-40B4-BE49-F238E27FC236}">
                  <a16:creationId xmlns:a16="http://schemas.microsoft.com/office/drawing/2014/main" id="{B0D6654E-586C-FB17-48B0-E1C3B6B2B7DC}"/>
                </a:ext>
              </a:extLst>
            </p:cNvPr>
            <p:cNvCxnSpPr/>
            <p:nvPr/>
          </p:nvCxnSpPr>
          <p:spPr>
            <a:xfrm>
              <a:off x="349810" y="4519896"/>
              <a:ext cx="631583" cy="0"/>
            </a:xfrm>
            <a:prstGeom prst="line">
              <a:avLst/>
            </a:prstGeom>
            <a:ln w="6350" cap="sq">
              <a:solidFill>
                <a:schemeClr val="accent6">
                  <a:lumMod val="75000"/>
                </a:schemeClr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209">
              <a:extLst>
                <a:ext uri="{FF2B5EF4-FFF2-40B4-BE49-F238E27FC236}">
                  <a16:creationId xmlns:a16="http://schemas.microsoft.com/office/drawing/2014/main" id="{CBC6D189-7988-0CC4-9398-0A783C578FBD}"/>
                </a:ext>
              </a:extLst>
            </p:cNvPr>
            <p:cNvCxnSpPr/>
            <p:nvPr/>
          </p:nvCxnSpPr>
          <p:spPr>
            <a:xfrm>
              <a:off x="349810" y="5873909"/>
              <a:ext cx="631583" cy="0"/>
            </a:xfrm>
            <a:prstGeom prst="line">
              <a:avLst/>
            </a:prstGeom>
            <a:ln w="6350" cap="sq">
              <a:solidFill>
                <a:schemeClr val="accent6">
                  <a:lumMod val="75000"/>
                </a:schemeClr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77">
              <a:extLst>
                <a:ext uri="{FF2B5EF4-FFF2-40B4-BE49-F238E27FC236}">
                  <a16:creationId xmlns:a16="http://schemas.microsoft.com/office/drawing/2014/main" id="{20676E44-F9B5-81AC-6DBA-7EC0C9B6BB2B}"/>
                </a:ext>
              </a:extLst>
            </p:cNvPr>
            <p:cNvCxnSpPr/>
            <p:nvPr/>
          </p:nvCxnSpPr>
          <p:spPr>
            <a:xfrm>
              <a:off x="349810" y="2105576"/>
              <a:ext cx="631583" cy="0"/>
            </a:xfrm>
            <a:prstGeom prst="line">
              <a:avLst/>
            </a:prstGeom>
            <a:ln w="6350" cap="sq">
              <a:solidFill>
                <a:schemeClr val="accent6">
                  <a:lumMod val="75000"/>
                </a:schemeClr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Скругленный прямоугольник 2">
            <a:extLst>
              <a:ext uri="{FF2B5EF4-FFF2-40B4-BE49-F238E27FC236}">
                <a16:creationId xmlns:a16="http://schemas.microsoft.com/office/drawing/2014/main" id="{E4492105-55B9-D9BD-49D1-3EBD0FAAFABB}"/>
              </a:ext>
            </a:extLst>
          </p:cNvPr>
          <p:cNvSpPr/>
          <p:nvPr/>
        </p:nvSpPr>
        <p:spPr>
          <a:xfrm>
            <a:off x="5460412" y="2248472"/>
            <a:ext cx="2440610" cy="1044000"/>
          </a:xfrm>
          <a:prstGeom prst="roundRect">
            <a:avLst>
              <a:gd name="adj" fmla="val 6630"/>
            </a:avLst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000" dirty="0" err="1" smtClean="0">
                <a:solidFill>
                  <a:schemeClr val="tx1"/>
                </a:solidFill>
              </a:rPr>
              <a:t>tbd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38" name="Скругленный прямоугольник 12">
            <a:extLst>
              <a:ext uri="{FF2B5EF4-FFF2-40B4-BE49-F238E27FC236}">
                <a16:creationId xmlns:a16="http://schemas.microsoft.com/office/drawing/2014/main" id="{6E88F681-F5A9-686B-9DA7-696B75BDDBAE}"/>
              </a:ext>
            </a:extLst>
          </p:cNvPr>
          <p:cNvSpPr/>
          <p:nvPr/>
        </p:nvSpPr>
        <p:spPr>
          <a:xfrm>
            <a:off x="1168285" y="2248472"/>
            <a:ext cx="2160000" cy="1044000"/>
          </a:xfrm>
          <a:prstGeom prst="roundRect">
            <a:avLst>
              <a:gd name="adj" fmla="val 6630"/>
            </a:avLst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050" noProof="0" dirty="0" err="1" smtClean="0">
                <a:solidFill>
                  <a:schemeClr val="tx1"/>
                </a:solidFill>
                <a:latin typeface="SB Sans Display"/>
              </a:rPr>
              <a:t>tbd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B Sans Display"/>
            </a:endParaRPr>
          </a:p>
        </p:txBody>
      </p:sp>
      <p:sp>
        <p:nvSpPr>
          <p:cNvPr id="39" name="Скругленный прямоугольник 210">
            <a:extLst>
              <a:ext uri="{FF2B5EF4-FFF2-40B4-BE49-F238E27FC236}">
                <a16:creationId xmlns:a16="http://schemas.microsoft.com/office/drawing/2014/main" id="{89B15FF9-DDE7-D088-F681-0B7B845B8D6B}"/>
              </a:ext>
            </a:extLst>
          </p:cNvPr>
          <p:cNvSpPr/>
          <p:nvPr/>
        </p:nvSpPr>
        <p:spPr>
          <a:xfrm>
            <a:off x="3409502" y="6173662"/>
            <a:ext cx="1996966" cy="371748"/>
          </a:xfrm>
          <a:prstGeom prst="roundRect">
            <a:avLst/>
          </a:prstGeom>
          <a:solidFill>
            <a:schemeClr val="bg1"/>
          </a:solidFill>
          <a:ln w="12700" cap="sq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50" dirty="0">
              <a:solidFill>
                <a:srgbClr val="FFFFFF"/>
              </a:solidFill>
              <a:latin typeface="SB Sans Display"/>
            </a:endParaRPr>
          </a:p>
        </p:txBody>
      </p:sp>
      <p:sp>
        <p:nvSpPr>
          <p:cNvPr id="40" name="Скругленный прямоугольник 10">
            <a:extLst>
              <a:ext uri="{FF2B5EF4-FFF2-40B4-BE49-F238E27FC236}">
                <a16:creationId xmlns:a16="http://schemas.microsoft.com/office/drawing/2014/main" id="{517D2018-7D8F-67BD-A340-7B4F8D8A47CA}"/>
              </a:ext>
            </a:extLst>
          </p:cNvPr>
          <p:cNvSpPr/>
          <p:nvPr/>
        </p:nvSpPr>
        <p:spPr>
          <a:xfrm>
            <a:off x="1295853" y="6173662"/>
            <a:ext cx="2032432" cy="371748"/>
          </a:xfrm>
          <a:prstGeom prst="roundRect">
            <a:avLst/>
          </a:prstGeom>
          <a:solidFill>
            <a:schemeClr val="bg1"/>
          </a:solidFill>
          <a:ln w="12700" cap="sq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50" dirty="0">
              <a:solidFill>
                <a:srgbClr val="FFFFFF"/>
              </a:solidFill>
              <a:latin typeface="SB Sans Display"/>
            </a:endParaRPr>
          </a:p>
        </p:txBody>
      </p:sp>
      <p:sp>
        <p:nvSpPr>
          <p:cNvPr id="41" name="Скругленный прямоугольник 11">
            <a:extLst>
              <a:ext uri="{FF2B5EF4-FFF2-40B4-BE49-F238E27FC236}">
                <a16:creationId xmlns:a16="http://schemas.microsoft.com/office/drawing/2014/main" id="{D00CAEAF-81C6-4F80-04B4-36C661878D0B}"/>
              </a:ext>
            </a:extLst>
          </p:cNvPr>
          <p:cNvSpPr/>
          <p:nvPr/>
        </p:nvSpPr>
        <p:spPr>
          <a:xfrm>
            <a:off x="9686314" y="6173662"/>
            <a:ext cx="2138541" cy="371748"/>
          </a:xfrm>
          <a:prstGeom prst="roundRect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dirty="0" err="1" smtClean="0">
                <a:solidFill>
                  <a:schemeClr val="bg1"/>
                </a:solidFill>
              </a:rPr>
              <a:t>tdb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42" name="Скругленный прямоугольник 197">
            <a:extLst>
              <a:ext uri="{FF2B5EF4-FFF2-40B4-BE49-F238E27FC236}">
                <a16:creationId xmlns:a16="http://schemas.microsoft.com/office/drawing/2014/main" id="{3F796D76-A98C-FF0F-06F9-50E384D02C47}"/>
              </a:ext>
            </a:extLst>
          </p:cNvPr>
          <p:cNvSpPr/>
          <p:nvPr/>
        </p:nvSpPr>
        <p:spPr>
          <a:xfrm>
            <a:off x="7954963" y="6173662"/>
            <a:ext cx="1677408" cy="371748"/>
          </a:xfrm>
          <a:prstGeom prst="roundRect">
            <a:avLst/>
          </a:prstGeom>
          <a:solidFill>
            <a:schemeClr val="bg1"/>
          </a:solidFill>
          <a:ln w="12700" cap="sq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B Sans Display"/>
                <a:ea typeface="+mn-ea"/>
                <a:cs typeface="+mn-cs"/>
              </a:rPr>
              <a:t>…</a:t>
            </a:r>
          </a:p>
        </p:txBody>
      </p:sp>
      <p:sp>
        <p:nvSpPr>
          <p:cNvPr id="43" name="Скругленный прямоугольник 8">
            <a:extLst>
              <a:ext uri="{FF2B5EF4-FFF2-40B4-BE49-F238E27FC236}">
                <a16:creationId xmlns:a16="http://schemas.microsoft.com/office/drawing/2014/main" id="{42B445BB-59A8-4205-D003-B15EEB6C25EB}"/>
              </a:ext>
            </a:extLst>
          </p:cNvPr>
          <p:cNvSpPr/>
          <p:nvPr/>
        </p:nvSpPr>
        <p:spPr>
          <a:xfrm>
            <a:off x="5460411" y="6173662"/>
            <a:ext cx="2440609" cy="371748"/>
          </a:xfrm>
          <a:prstGeom prst="roundRect">
            <a:avLst/>
          </a:prstGeom>
          <a:solidFill>
            <a:schemeClr val="bg1"/>
          </a:solidFill>
          <a:ln w="12700" cap="sq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B Sans Display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785849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heme/theme1.xml><?xml version="1.0" encoding="utf-8"?>
<a:theme xmlns:a="http://schemas.openxmlformats.org/drawingml/2006/main" name="7_ai native new">
  <a:themeElements>
    <a:clrScheme name="МРИЯ 2024_Белевцев">
      <a:dk1>
        <a:srgbClr val="121A29"/>
      </a:dk1>
      <a:lt1>
        <a:srgbClr val="FFFFFF"/>
      </a:lt1>
      <a:dk2>
        <a:srgbClr val="F2F4F6"/>
      </a:dk2>
      <a:lt2>
        <a:srgbClr val="E6E9EE"/>
      </a:lt2>
      <a:accent1>
        <a:srgbClr val="1EACA4"/>
      </a:accent1>
      <a:accent2>
        <a:srgbClr val="26C6E3"/>
      </a:accent2>
      <a:accent3>
        <a:srgbClr val="2EB5B7"/>
      </a:accent3>
      <a:accent4>
        <a:srgbClr val="00DA00"/>
      </a:accent4>
      <a:accent5>
        <a:srgbClr val="44EB99"/>
      </a:accent5>
      <a:accent6>
        <a:srgbClr val="8DA4CD"/>
      </a:accent6>
      <a:hlink>
        <a:srgbClr val="5B7DFF"/>
      </a:hlink>
      <a:folHlink>
        <a:srgbClr val="CDD7E9"/>
      </a:folHlink>
    </a:clrScheme>
    <a:fontScheme name="Микрочипы">
      <a:majorFont>
        <a:latin typeface="SB Sans Display Semibold"/>
        <a:ea typeface="Arial"/>
        <a:cs typeface="Arial"/>
      </a:majorFont>
      <a:minorFont>
        <a:latin typeface="SB Sans Display Light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gradFill>
          <a:gsLst>
            <a:gs pos="0">
              <a:srgbClr val="3AF6C0"/>
            </a:gs>
            <a:gs pos="33000">
              <a:srgbClr val="27C6E5"/>
            </a:gs>
            <a:gs pos="65000">
              <a:srgbClr val="3B8CCE"/>
            </a:gs>
            <a:gs pos="100000">
              <a:schemeClr val="accent1"/>
            </a:gs>
          </a:gsLst>
          <a:path path="circle"/>
        </a:gradFill>
        <a:ln>
          <a:gradFill>
            <a:gsLst>
              <a:gs pos="0">
                <a:schemeClr val="accent5"/>
              </a:gs>
              <a:gs pos="48600">
                <a:schemeClr val="accent2"/>
              </a:gs>
              <a:gs pos="100000">
                <a:srgbClr val="4472C4"/>
              </a:gs>
            </a:gsLst>
            <a:path path="circle"/>
          </a:gradFill>
        </a:ln>
      </a:spPr>
      <a:bodyPr/>
      <a:lstStyle/>
    </a:spDef>
    <a:lnDef>
      <a:spPr bwMode="auto">
        <a:prstGeom prst="rect">
          <a:avLst/>
        </a:prstGeom>
        <a:ln>
          <a:solidFill>
            <a:schemeClr val="accent6">
              <a:lumMod val="9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  <a:extraClrSchemeLst>
    <a:extraClrScheme>
      <a:clrScheme name="Firm Format - English (US)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- English (US)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- English (US)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0_фоны основные слайды">
  <a:themeElements>
    <a:clrScheme name="Пользовательские 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6FF71"/>
      </a:accent1>
      <a:accent2>
        <a:srgbClr val="ADFFC6"/>
      </a:accent2>
      <a:accent3>
        <a:srgbClr val="61ECFF"/>
      </a:accent3>
      <a:accent4>
        <a:srgbClr val="BAFFFB"/>
      </a:accent4>
      <a:accent5>
        <a:srgbClr val="1032A1"/>
      </a:accent5>
      <a:accent6>
        <a:srgbClr val="0882FF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фоны основные слайды">
  <a:themeElements>
    <a:clrScheme name="Пользовательские 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6FF71"/>
      </a:accent1>
      <a:accent2>
        <a:srgbClr val="ADFFC6"/>
      </a:accent2>
      <a:accent3>
        <a:srgbClr val="61ECFF"/>
      </a:accent3>
      <a:accent4>
        <a:srgbClr val="BAFFFB"/>
      </a:accent4>
      <a:accent5>
        <a:srgbClr val="1032A1"/>
      </a:accent5>
      <a:accent6>
        <a:srgbClr val="0882FF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фоны основные слайды">
  <a:themeElements>
    <a:clrScheme name="Пользовательские 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6FF71"/>
      </a:accent1>
      <a:accent2>
        <a:srgbClr val="ADFFC6"/>
      </a:accent2>
      <a:accent3>
        <a:srgbClr val="61ECFF"/>
      </a:accent3>
      <a:accent4>
        <a:srgbClr val="BAFFFB"/>
      </a:accent4>
      <a:accent5>
        <a:srgbClr val="1032A1"/>
      </a:accent5>
      <a:accent6>
        <a:srgbClr val="0882FF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8_фоны основные слайды">
  <a:themeElements>
    <a:clrScheme name="Пользовательские 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6FF71"/>
      </a:accent1>
      <a:accent2>
        <a:srgbClr val="ADFFC6"/>
      </a:accent2>
      <a:accent3>
        <a:srgbClr val="61ECFF"/>
      </a:accent3>
      <a:accent4>
        <a:srgbClr val="BAFFFB"/>
      </a:accent4>
      <a:accent5>
        <a:srgbClr val="1032A1"/>
      </a:accent5>
      <a:accent6>
        <a:srgbClr val="0882FF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9_фоны основные слайды">
  <a:themeElements>
    <a:clrScheme name="Пользовательские 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6FF71"/>
      </a:accent1>
      <a:accent2>
        <a:srgbClr val="ADFFC6"/>
      </a:accent2>
      <a:accent3>
        <a:srgbClr val="61ECFF"/>
      </a:accent3>
      <a:accent4>
        <a:srgbClr val="BAFFFB"/>
      </a:accent4>
      <a:accent5>
        <a:srgbClr val="1032A1"/>
      </a:accent5>
      <a:accent6>
        <a:srgbClr val="0882FF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фоны основные слайды">
  <a:themeElements>
    <a:clrScheme name="Пользовательские 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6FF71"/>
      </a:accent1>
      <a:accent2>
        <a:srgbClr val="ADFFC6"/>
      </a:accent2>
      <a:accent3>
        <a:srgbClr val="61ECFF"/>
      </a:accent3>
      <a:accent4>
        <a:srgbClr val="BAFFFB"/>
      </a:accent4>
      <a:accent5>
        <a:srgbClr val="1032A1"/>
      </a:accent5>
      <a:accent6>
        <a:srgbClr val="0882FF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3_фоны основные слайды">
  <a:themeElements>
    <a:clrScheme name="Пользовательские 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6FF71"/>
      </a:accent1>
      <a:accent2>
        <a:srgbClr val="ADFFC6"/>
      </a:accent2>
      <a:accent3>
        <a:srgbClr val="61ECFF"/>
      </a:accent3>
      <a:accent4>
        <a:srgbClr val="BAFFFB"/>
      </a:accent4>
      <a:accent5>
        <a:srgbClr val="1032A1"/>
      </a:accent5>
      <a:accent6>
        <a:srgbClr val="0882FF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ДПСС 09.25">
  <a:themeElements>
    <a:clrScheme name="Другая 4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26B8AE"/>
      </a:accent1>
      <a:accent2>
        <a:srgbClr val="FFC000"/>
      </a:accent2>
      <a:accent3>
        <a:srgbClr val="6293F2"/>
      </a:accent3>
      <a:accent4>
        <a:srgbClr val="EB3468"/>
      </a:accent4>
      <a:accent5>
        <a:srgbClr val="C17DF7"/>
      </a:accent5>
      <a:accent6>
        <a:srgbClr val="D0D7DD"/>
      </a:accent6>
      <a:hlink>
        <a:srgbClr val="26B8AE"/>
      </a:hlink>
      <a:folHlink>
        <a:srgbClr val="D0D7DD"/>
      </a:folHlink>
    </a:clrScheme>
    <a:fontScheme name="Другая 1">
      <a:majorFont>
        <a:latin typeface="SB Sans Display"/>
        <a:ea typeface=""/>
        <a:cs typeface=""/>
      </a:majorFont>
      <a:minorFont>
        <a:latin typeface="SB Sans Display"/>
        <a:ea typeface=""/>
        <a:cs typeface=""/>
      </a:minorFont>
    </a:fontScheme>
    <a:fmtScheme name="Тонкие сплошные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sq">
          <a:solidFill>
            <a:schemeClr val="accent6">
              <a:lumMod val="75000"/>
            </a:schemeClr>
          </a:solidFill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none" lIns="0" tIns="0" rIns="0" bIns="0" rtlCol="0">
        <a:spAutoFit/>
      </a:bodyPr>
      <a:lstStyle>
        <a:defPPr algn="l">
          <a:lnSpc>
            <a:spcPct val="90000"/>
          </a:lnSpc>
          <a:spcBef>
            <a:spcPts val="300"/>
          </a:spcBef>
          <a:spcAft>
            <a:spcPts val="300"/>
          </a:spcAft>
          <a:buNone/>
          <a:defRPr sz="12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26B8AE"/>
        </a:accent1>
        <a:accent2>
          <a:srgbClr val="6EE22D"/>
        </a:accent2>
        <a:accent3>
          <a:srgbClr val="009083"/>
        </a:accent3>
        <a:accent4>
          <a:srgbClr val="EB3468"/>
        </a:accent4>
        <a:accent5>
          <a:srgbClr val="FFDD64"/>
        </a:accent5>
        <a:accent6>
          <a:srgbClr val="D0D7DD"/>
        </a:accent6>
        <a:hlink>
          <a:srgbClr val="26B8AE"/>
        </a:hlink>
        <a:folHlink>
          <a:srgbClr val="D0D7DD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ие.potx" id="{9055CF5A-0AEA-4EF5-9ACD-1404F8594143}" vid="{D027ACC6-5F38-4ADB-B69D-614D32000904}"/>
    </a:ext>
  </a:extLst>
</a:theme>
</file>

<file path=ppt/theme/theme10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11020</TotalTime>
  <Words>88</Words>
  <Application>Microsoft Office PowerPoint</Application>
  <PresentationFormat>Широкоэкранный</PresentationFormat>
  <Paragraphs>36</Paragraphs>
  <Slides>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9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0" baseType="lpstr">
      <vt:lpstr>Arial</vt:lpstr>
      <vt:lpstr>Calibri</vt:lpstr>
      <vt:lpstr>Montserrat</vt:lpstr>
      <vt:lpstr>SB Sans Display</vt:lpstr>
      <vt:lpstr>SB Sans Display Bold</vt:lpstr>
      <vt:lpstr>SB Sans Display Light</vt:lpstr>
      <vt:lpstr>SB Sans Display Semibold</vt:lpstr>
      <vt:lpstr>Segoe UI</vt:lpstr>
      <vt:lpstr>Wingdings</vt:lpstr>
      <vt:lpstr>7_ai native new</vt:lpstr>
      <vt:lpstr>10_фоны основные слайды</vt:lpstr>
      <vt:lpstr>2_фоны основные слайды</vt:lpstr>
      <vt:lpstr>7_фоны основные слайды</vt:lpstr>
      <vt:lpstr>8_фоны основные слайды</vt:lpstr>
      <vt:lpstr>9_фоны основные слайды</vt:lpstr>
      <vt:lpstr>6_фоны основные слайды</vt:lpstr>
      <vt:lpstr>3_фоны основные слайды</vt:lpstr>
      <vt:lpstr>ДПСС 09.25</vt:lpstr>
      <vt:lpstr>Слайд think-cell</vt:lpstr>
      <vt:lpstr>Презентация PowerPoint</vt:lpstr>
    </vt:vector>
  </TitlesOfParts>
  <Company>ПАО Сбербанк России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Астапенко Александра</dc:creator>
  <cp:lastModifiedBy>Ольховик Даниил Александрович</cp:lastModifiedBy>
  <cp:revision>272</cp:revision>
  <dcterms:created xsi:type="dcterms:W3CDTF">2025-08-27T06:28:09Z</dcterms:created>
  <dcterms:modified xsi:type="dcterms:W3CDTF">2026-08-26T13:33:26Z</dcterms:modified>
</cp:coreProperties>
</file>